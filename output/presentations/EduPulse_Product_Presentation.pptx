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1796f9e7694bfb" /><Relationship Type="http://schemas.openxmlformats.org/officeDocument/2006/relationships/extended-properties" Target="/docProps/app.xml" Id="R92f91c18c3274653" /><Relationship Type="http://schemas.openxmlformats.org/officeDocument/2006/relationships/officeDocument" Target="/ppt/presentation.xml" Id="R209ce6a6f99e4e46" /></Relationships>
</file>

<file path=ppt/presentation.xml><?xml version="1.0" encoding="utf-8"?>
<p:presentation xmlns:p="http://schemas.openxmlformats.org/presentationml/2006/main">
  <p:sldMasterIdLst>
    <p:sldMasterId xmlns:r="http://schemas.openxmlformats.org/officeDocument/2006/relationships" id="2147483648" r:id="R2df97d5dbfff46d4"/>
  </p:sldMasterIdLst>
  <p:notesMasterIdLst>
    <p:notesMasterId xmlns:r="http://schemas.openxmlformats.org/officeDocument/2006/relationships" r:id="Rc9b352f60afa43a1"/>
  </p:notesMasterIdLst>
  <p:sldIdLst>
    <p:sldId xmlns:r="http://schemas.openxmlformats.org/officeDocument/2006/relationships" id="256" r:id="R7540d9b7142e46b4"/>
    <p:sldId xmlns:r="http://schemas.openxmlformats.org/officeDocument/2006/relationships" id="257" r:id="Rf0de4aa748014241"/>
    <p:sldId xmlns:r="http://schemas.openxmlformats.org/officeDocument/2006/relationships" id="258" r:id="R9256f66adadf49f7"/>
    <p:sldId xmlns:r="http://schemas.openxmlformats.org/officeDocument/2006/relationships" id="259" r:id="R61563f82a3eb4396"/>
    <p:sldId xmlns:r="http://schemas.openxmlformats.org/officeDocument/2006/relationships" id="260" r:id="R700853420a5c4002"/>
    <p:sldId xmlns:r="http://schemas.openxmlformats.org/officeDocument/2006/relationships" id="261" r:id="R17d6b9a6d25e43d7"/>
    <p:sldId xmlns:r="http://schemas.openxmlformats.org/officeDocument/2006/relationships" id="262" r:id="Rd50a74ded93b4e6c"/>
    <p:sldId xmlns:r="http://schemas.openxmlformats.org/officeDocument/2006/relationships" id="263" r:id="Rcf934b0350b043ff"/>
    <p:sldId xmlns:r="http://schemas.openxmlformats.org/officeDocument/2006/relationships" id="264" r:id="R62adffae38004209"/>
    <p:sldId xmlns:r="http://schemas.openxmlformats.org/officeDocument/2006/relationships" id="265" r:id="Rb446889d7c2245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bb7520899740ea" /><Relationship Type="http://schemas.openxmlformats.org/officeDocument/2006/relationships/slideMaster" Target="/ppt/slideMasters/slideMaster1.xml" Id="R2df97d5dbfff46d4" /><Relationship Type="http://schemas.openxmlformats.org/officeDocument/2006/relationships/notesMaster" Target="/ppt/notesMasters/notesMaster1.xml" Id="Rc9b352f60afa43a1" /><Relationship Type="http://schemas.openxmlformats.org/officeDocument/2006/relationships/presProps" Target="/ppt/presProps.xml" Id="R9e0f07cf560b4618" /><Relationship Type="http://schemas.openxmlformats.org/officeDocument/2006/relationships/tableStyles" Target="/ppt/tableStyles.xml" Id="R15528b3d3cd34c07" /><Relationship Type="http://schemas.openxmlformats.org/officeDocument/2006/relationships/slide" Target="/ppt/slides/slide1.xml" Id="R7540d9b7142e46b4" /><Relationship Type="http://schemas.openxmlformats.org/officeDocument/2006/relationships/slide" Target="/ppt/slides/slide2.xml" Id="Rf0de4aa748014241" /><Relationship Type="http://schemas.openxmlformats.org/officeDocument/2006/relationships/slide" Target="/ppt/slides/slide3.xml" Id="R9256f66adadf49f7" /><Relationship Type="http://schemas.openxmlformats.org/officeDocument/2006/relationships/slide" Target="/ppt/slides/slide4.xml" Id="R61563f82a3eb4396" /><Relationship Type="http://schemas.openxmlformats.org/officeDocument/2006/relationships/slide" Target="/ppt/slides/slide5.xml" Id="R700853420a5c4002" /><Relationship Type="http://schemas.openxmlformats.org/officeDocument/2006/relationships/slide" Target="/ppt/slides/slide6.xml" Id="R17d6b9a6d25e43d7" /><Relationship Type="http://schemas.openxmlformats.org/officeDocument/2006/relationships/slide" Target="/ppt/slides/slide7.xml" Id="Rd50a74ded93b4e6c" /><Relationship Type="http://schemas.openxmlformats.org/officeDocument/2006/relationships/slide" Target="/ppt/slides/slide8.xml" Id="Rcf934b0350b043ff" /><Relationship Type="http://schemas.openxmlformats.org/officeDocument/2006/relationships/slide" Target="/ppt/slides/slide9.xml" Id="R62adffae38004209" /><Relationship Type="http://schemas.openxmlformats.org/officeDocument/2006/relationships/slide" Target="/ppt/slides/slide10.xml" Id="Rb446889d7c2245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aa2982c3424d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694959205d4d6d" /><Relationship Type="http://schemas.openxmlformats.org/officeDocument/2006/relationships/notesMaster" Target="/ppt/notesMasters/notesMaster1.xml" Id="Rc51823e1a11c40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6a602d8c5046cb" /><Relationship Type="http://schemas.openxmlformats.org/officeDocument/2006/relationships/notesMaster" Target="/ppt/notesMasters/notesMaster1.xml" Id="R175a7c0ef0574c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f0ae88aa074942" /><Relationship Type="http://schemas.openxmlformats.org/officeDocument/2006/relationships/notesMaster" Target="/ppt/notesMasters/notesMaster1.xml" Id="R20ddf1aafbbc40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004027c8d14b97" /><Relationship Type="http://schemas.openxmlformats.org/officeDocument/2006/relationships/notesMaster" Target="/ppt/notesMasters/notesMaster1.xml" Id="R55a431f854a042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9d6e991b4c4c5f" /><Relationship Type="http://schemas.openxmlformats.org/officeDocument/2006/relationships/notesMaster" Target="/ppt/notesMasters/notesMaster1.xml" Id="Rf651b9540d8440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85ec47b99f43e9" /><Relationship Type="http://schemas.openxmlformats.org/officeDocument/2006/relationships/notesMaster" Target="/ppt/notesMasters/notesMaster1.xml" Id="Rbc25ea3db8f340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d8d2e46c364681" /><Relationship Type="http://schemas.openxmlformats.org/officeDocument/2006/relationships/notesMaster" Target="/ppt/notesMasters/notesMaster1.xml" Id="R420ef9208c5a4c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b95256ee4a475e" /><Relationship Type="http://schemas.openxmlformats.org/officeDocument/2006/relationships/notesMaster" Target="/ppt/notesMasters/notesMaster1.xml" Id="Rf56fdeefc02842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a35d6a94e04d0b" /><Relationship Type="http://schemas.openxmlformats.org/officeDocument/2006/relationships/notesMaster" Target="/ppt/notesMasters/notesMaster1.xml" Id="Rca5a50eec64644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592583be034bc6" /><Relationship Type="http://schemas.openxmlformats.org/officeDocument/2006/relationships/notesMaster" Target="/ppt/notesMasters/notesMaster1.xml" Id="Re419f47807c64a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EduPulse connects what faculty teach with evidence of what learners can do. Its purpose is to make a learning gap visible, connect it to targeted support, and record the next response. The product supports teacher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a gap in visibility after teaching. Faculty have limited time, and topic completion does not give concept-level evidence for every learner. These are the design assumptions addressed by the product, not claims from a completed institutional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Faculty use the workspace at three natural points: after a topic, while planning the next class, and during mentoring. The intended value is focused attention rather than manually inspecting every learner first. Time savings have not yet been measured. The teacher decides whether to reteach, assign support, or hold a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working loop starts with evidence for a concept. A learning plan connects that learner and concept to a lesson, practice, and a separate retest. Results persist and inform follow-up. Practice helps the learner; it is excluded from the independent evidence score. The retest is a short immediate check, not proof of long-term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product user journeys. The learner studies and answers; the faculty member interprets the class view and responds. Current delivery supports these activities within one local faculty-operated workspace. Separate authenticated student and faculty accounts are production work, not implemented identity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browser action reaches FastAPI. Pydantic validates requests, answer keys determine correctness, and SQLite persists the response. The rules engine updates concept evidence and support priority. The frontend displays the next action. The local content library supplies lessons. An optional model branch can rephrase reviewed content. These service boxes describe responsibilities; rules, data and provider access currently live in the backend Python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belongs in the explanation layer. The optional Gemini integration requests structured text from reviewed context. Field and source-identifier validation reduce certain failures but do not prove factual accuracy. Grading, evidence estimates and priority weights are explicit rules. Private implementation status: cloud generation is disabled in the current configuration and has not been verified with a live provider account. Do not claim a displayed local lesson was generated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integrating concept evidence, targeted content, independent verification, and follow-up in one inspectable workflow. These are comparisons with isolated workflows, not a claim that every LMS or tutoring product lacks them. Adaptive tutoring and learning analytics already exist; this project does not claim those ideas are new.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bounded implementation covers loop boundaries, off-by-one errors and nested-loop execution. Each has two diagnostic, three practice and three retest questions. Student records are prepared examples, not institutional evidence. The core runs locally without cloud expense. Production authentication, institutional permissions, hosting and operational safeguards remain next steps. Seventy displayed records do not establish seventy-user concurrency.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purpose is a clear next instructional decision. The intended benefits are earlier visibility of gaps, focused support and traceable follow-up. These are design goals; measured improvements require a supervised classroom pilot and delayed assessment. Faculty remain responsible for interpreting evidence and choosing the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1735a80bae49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a1bacfc76c4f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8312966b0443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8c9701c6c746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c8c15005a949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9f19e58c814c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347483-0405-4E91-ACE6-7A82A0D448C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9ADB70-0399-4FDF-AF7B-E48DDB573A2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402BC1-5B30-404E-9B2E-CBA0729DF16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45E2B8-C8E4-4C1C-822A-1430F06A23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C3220F4-526C-48C5-BF22-790EBA8D66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1FE58A-26FF-45B2-A8C4-3F0EF972CA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0AF773-F6E8-4CC9-B572-A5D6443A36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E1B5CFE-349C-415A-9F6F-D3EBF37718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D95097-FE07-4CE4-B36C-88C8465FFF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1D0318-FDCB-497B-91A2-762F71930E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0d4176124d4107" /><Relationship Type="http://schemas.openxmlformats.org/officeDocument/2006/relationships/slideLayout" Target="/ppt/slideLayouts/slideLayout1.xml" Id="Rd8daf483feee41ee" /><Relationship Type="http://schemas.openxmlformats.org/officeDocument/2006/relationships/slideLayout" Target="/ppt/slideLayouts/slideLayout2.xml" Id="R0e2e06e9b2c74cf6" /><Relationship Type="http://schemas.openxmlformats.org/officeDocument/2006/relationships/slideLayout" Target="/ppt/slideLayouts/slideLayout3.xml" Id="R2c7c54da948b4b5b" /><Relationship Type="http://schemas.openxmlformats.org/officeDocument/2006/relationships/slideLayout" Target="/ppt/slideLayouts/slideLayout4.xml" Id="Rde5c4eecfe2f4bad" /><Relationship Type="http://schemas.openxmlformats.org/officeDocument/2006/relationships/slideLayout" Target="/ppt/slideLayouts/slideLayout5.xml" Id="Rb01ab9b2a6fb4a69" /><Relationship Type="http://schemas.openxmlformats.org/officeDocument/2006/relationships/slideLayout" Target="/ppt/slideLayouts/slideLayout6.xml" Id="R2edc3bd8b47344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daf483feee41ee"/>
    <p:sldLayoutId xmlns:r="http://schemas.openxmlformats.org/officeDocument/2006/relationships" id="2147483650" r:id="R0e2e06e9b2c74cf6"/>
    <p:sldLayoutId xmlns:r="http://schemas.openxmlformats.org/officeDocument/2006/relationships" id="2147483651" r:id="R2c7c54da948b4b5b"/>
    <p:sldLayoutId xmlns:r="http://schemas.openxmlformats.org/officeDocument/2006/relationships" id="2147483652" r:id="Rde5c4eecfe2f4bad"/>
    <p:sldLayoutId xmlns:r="http://schemas.openxmlformats.org/officeDocument/2006/relationships" id="2147483653" r:id="Rb01ab9b2a6fb4a69"/>
    <p:sldLayoutId xmlns:r="http://schemas.openxmlformats.org/officeDocument/2006/relationships" id="2147483654" r:id="R2edc3bd8b47344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177903446544a1" /><Relationship Type="http://schemas.openxmlformats.org/officeDocument/2006/relationships/notesSlide" Target="/ppt/notesSlides/notesSlide1.xml" Id="Rd4a67a5d28ec42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5470b0cb0d4978" /><Relationship Type="http://schemas.openxmlformats.org/officeDocument/2006/relationships/notesSlide" Target="/ppt/notesSlides/notesSlide2.xml" Id="R66305965f2a242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bbbaa021bb403c" /><Relationship Type="http://schemas.openxmlformats.org/officeDocument/2006/relationships/notesSlide" Target="/ppt/notesSlides/notesSlide3.xml" Id="Rbc2677bed3d242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fb405584004ad2" /><Relationship Type="http://schemas.openxmlformats.org/officeDocument/2006/relationships/notesSlide" Target="/ppt/notesSlides/notesSlide4.xml" Id="R0c068dbd3aca4e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e947caa1ce340b5" /><Relationship Type="http://schemas.openxmlformats.org/officeDocument/2006/relationships/notesSlide" Target="/ppt/notesSlides/notesSlide5.xml" Id="R81075c38e34a4f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c595c7f46141b0" /><Relationship Type="http://schemas.openxmlformats.org/officeDocument/2006/relationships/notesSlide" Target="/ppt/notesSlides/notesSlide6.xml" Id="Rf74113ea9a1c45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75999c0a11466e" /><Relationship Type="http://schemas.openxmlformats.org/officeDocument/2006/relationships/notesSlide" Target="/ppt/notesSlides/notesSlide7.xml" Id="Rae9a39806ece46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2cce99bd344e6a" /><Relationship Type="http://schemas.openxmlformats.org/officeDocument/2006/relationships/notesSlide" Target="/ppt/notesSlides/notesSlide8.xml" Id="R7fff657a54ed4b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e6e7252662486b" /><Relationship Type="http://schemas.openxmlformats.org/officeDocument/2006/relationships/notesSlide" Target="/ppt/notesSlides/notesSlide9.xml" Id="Rca38fb42ee1949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f0b37fb6784cd5" /><Relationship Type="http://schemas.openxmlformats.org/officeDocument/2006/relationships/notesSlide" Target="/ppt/notesSlides/notesSlide10.xml" Id="Rcf889a88258347c0" /></Relationships>
</file>

<file path=ppt/slides/slide1.xml><?xml version="1.0" encoding="utf-8"?>
<p:sld xmlns:p="http://schemas.openxmlformats.org/presentationml/2006/main">
  <p:cSld>
    <p:bg>
      <p:bgPr>
        <a:solidFill xmlns:a="http://schemas.openxmlformats.org/drawingml/2006/main">
          <a:srgbClr val="102D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01CBB2-7978-47AF-B28B-DE178CF09CB5}"/>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987C4A-F607-4883-BDC8-5A2A9B125CBF}"/>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Segoe UI"/>
                <a:ea typeface="Segoe UI"/>
                <a:cs typeface="Segoe UI"/>
              </a:defRPr>
            </a:defPPr>
          </a:lstStyle>
          <a:p xmlns:a="http://schemas.openxmlformats.org/drawingml/2006/main">
            <a:pPr>
              <a:defRPr sz="3825" b="1">
                <a:solidFill>
                  <a:srgbClr val="FFFFFF"/>
                </a:solidFill>
                <a:latin typeface="Segoe UI"/>
                <a:ea typeface="Segoe UI"/>
                <a:cs typeface="Segoe UI"/>
              </a:defRPr>
            </a:pPr>
            <a:r>
              <a:rPr sz="3825" b="1">
                <a:solidFill>
                  <a:srgbClr val="FFFFFF"/>
                </a:solidFill>
                <a:latin typeface="Segoe UI"/>
                <a:ea typeface="Segoe UI"/>
                <a:cs typeface="Segoe UI"/>
              </a:rPr>
              <a:t>From teaching to understanding</a:t>
            </a:r>
          </a:p>
        </p:txBody>
      </p:sp>
      <p:sp>
        <p:nvSpPr>
          <p:cNvPr id="3" name="">
            <a:extLst xmlns:a="http://schemas.openxmlformats.org/drawingml/2006/main">
              <a:ext uri="{FF2B5EF4-FFF2-40B4-BE49-F238E27FC236}">
                <a16:creationId xmlns:a16="http://schemas.microsoft.com/office/drawing/2014/main" id="{CF51D3D1-0FEB-49DD-AB2D-95060FE98BE5}"/>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EC2CB"/>
                </a:solidFill>
                <a:latin typeface="Segoe UI"/>
                <a:ea typeface="Segoe UI"/>
                <a:cs typeface="Segoe UI"/>
              </a:defRPr>
            </a:defPPr>
          </a:lstStyle>
          <a:p xmlns:a="http://schemas.openxmlformats.org/drawingml/2006/main">
            <a:pPr>
              <a:defRPr sz="1350" b="1">
                <a:solidFill>
                  <a:srgbClr val="9EC2CB"/>
                </a:solidFill>
                <a:latin typeface="Segoe UI"/>
                <a:ea typeface="Segoe UI"/>
                <a:cs typeface="Segoe UI"/>
              </a:defRPr>
            </a:pPr>
            <a:r>
              <a:rPr sz="1350" b="1">
                <a:solidFill>
                  <a:srgbClr val="9EC2CB"/>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AC0FE122-4838-4B9F-B6EE-A14D52AD3A3C}"/>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EC2CB"/>
                </a:solidFill>
                <a:latin typeface="Segoe UI"/>
                <a:ea typeface="Segoe UI"/>
                <a:cs typeface="Segoe UI"/>
              </a:defRPr>
            </a:defPPr>
          </a:lstStyle>
          <a:p xmlns:a="http://schemas.openxmlformats.org/drawingml/2006/main">
            <a:pPr>
              <a:defRPr sz="1350" b="0">
                <a:solidFill>
                  <a:srgbClr val="9EC2CB"/>
                </a:solidFill>
                <a:latin typeface="Segoe UI"/>
                <a:ea typeface="Segoe UI"/>
                <a:cs typeface="Segoe UI"/>
              </a:defRPr>
            </a:pPr>
            <a:r>
              <a:rPr sz="1350" b="0">
                <a:solidFill>
                  <a:srgbClr val="9EC2CB"/>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D2DB031C-1A3E-41F8-8EC8-C337BC55724C}"/>
              </a:ext>
            </a:extLst>
          </p:cNvPr>
          <p:cNvSpPr>
            <a:spLocks xmlns:a="http://schemas.openxmlformats.org/drawingml/2006/main" noGrp="1"/>
          </p:cNvSpPr>
          <p:nvPr/>
        </p:nvSpPr>
        <p:spPr>
          <a:xfrm xmlns:a="http://schemas.openxmlformats.org/drawingml/2006/main">
            <a:off x="590550" y="2266950"/>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75" b="1">
                <a:solidFill>
                  <a:srgbClr val="FFFFFF"/>
                </a:solidFill>
                <a:latin typeface="Segoe UI"/>
                <a:ea typeface="Segoe UI"/>
                <a:cs typeface="Segoe UI"/>
              </a:defRPr>
            </a:defPPr>
          </a:lstStyle>
          <a:p xmlns:a="http://schemas.openxmlformats.org/drawingml/2006/main">
            <a:pPr>
              <a:defRPr sz="6675" b="1">
                <a:solidFill>
                  <a:srgbClr val="FFFFFF"/>
                </a:solidFill>
                <a:latin typeface="Segoe UI"/>
                <a:ea typeface="Segoe UI"/>
                <a:cs typeface="Segoe UI"/>
              </a:defRPr>
            </a:pPr>
            <a:r>
              <a:rPr sz="6675" b="1">
                <a:solidFill>
                  <a:srgbClr val="FFFFFF"/>
                </a:solidFill>
                <a:latin typeface="Segoe UI"/>
                <a:ea typeface="Segoe UI"/>
                <a:cs typeface="Segoe UI"/>
              </a:rPr>
              <a:t>EduPulse</a:t>
            </a:r>
          </a:p>
        </p:txBody>
      </p:sp>
      <p:sp>
        <p:nvSpPr>
          <p:cNvPr id="6" name="">
            <a:extLst xmlns:a="http://schemas.openxmlformats.org/drawingml/2006/main">
              <a:ext uri="{FF2B5EF4-FFF2-40B4-BE49-F238E27FC236}">
                <a16:creationId xmlns:a16="http://schemas.microsoft.com/office/drawing/2014/main" id="{DDAC2AFB-4AA8-4279-8378-AF0B8D535198}"/>
              </a:ext>
            </a:extLst>
          </p:cNvPr>
          <p:cNvSpPr>
            <a:spLocks xmlns:a="http://schemas.openxmlformats.org/drawingml/2006/main" noGrp="1"/>
          </p:cNvSpPr>
          <p:nvPr/>
        </p:nvSpPr>
        <p:spPr>
          <a:xfrm xmlns:a="http://schemas.openxmlformats.org/drawingml/2006/main">
            <a:off x="638175" y="3743325"/>
            <a:ext cx="1028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76D4BF"/>
                </a:solidFill>
                <a:latin typeface="Segoe UI"/>
                <a:ea typeface="Segoe UI"/>
                <a:cs typeface="Segoe UI"/>
              </a:defRPr>
            </a:defPPr>
          </a:lstStyle>
          <a:p xmlns:a="http://schemas.openxmlformats.org/drawingml/2006/main">
            <a:pPr>
              <a:defRPr sz="2925" b="0">
                <a:solidFill>
                  <a:srgbClr val="76D4BF"/>
                </a:solidFill>
                <a:latin typeface="Segoe UI"/>
                <a:ea typeface="Segoe UI"/>
                <a:cs typeface="Segoe UI"/>
              </a:defRPr>
            </a:pPr>
            <a:r>
              <a:rPr sz="2925" b="0">
                <a:solidFill>
                  <a:srgbClr val="76D4BF"/>
                </a:solidFill>
                <a:latin typeface="Segoe UI"/>
                <a:ea typeface="Segoe UI"/>
                <a:cs typeface="Segoe UI"/>
              </a:rPr>
              <a:t>Identify learning gaps. Deliver focused support.</a:t>
            </a:r>
          </a:p>
          <a:p xmlns:a="http://schemas.openxmlformats.org/drawingml/2006/main">
            <a:pPr>
              <a:defRPr sz="2925" b="0">
                <a:solidFill>
                  <a:srgbClr val="76D4BF"/>
                </a:solidFill>
                <a:latin typeface="Segoe UI"/>
                <a:ea typeface="Segoe UI"/>
                <a:cs typeface="Segoe UI"/>
              </a:defRPr>
            </a:pPr>
            <a:r>
              <a:rPr sz="2925" b="0">
                <a:solidFill>
                  <a:srgbClr val="76D4BF"/>
                </a:solidFill>
                <a:latin typeface="Segoe UI"/>
                <a:ea typeface="Segoe UI"/>
                <a:cs typeface="Segoe UI"/>
              </a:rPr>
              <a:t>Verify the next response.</a:t>
            </a:r>
          </a:p>
        </p:txBody>
      </p:sp>
      <p:sp>
        <p:nvSpPr>
          <p:cNvPr id="7" name="">
            <a:extLst xmlns:a="http://schemas.openxmlformats.org/drawingml/2006/main">
              <a:ext uri="{FF2B5EF4-FFF2-40B4-BE49-F238E27FC236}">
                <a16:creationId xmlns:a16="http://schemas.microsoft.com/office/drawing/2014/main" id="{341EB3CC-76E8-4DA3-B083-FF8CBA361EC3}"/>
              </a:ext>
            </a:extLst>
          </p:cNvPr>
          <p:cNvSpPr>
            <a:spLocks xmlns:a="http://schemas.openxmlformats.org/drawingml/2006/main" noGrp="1"/>
          </p:cNvSpPr>
          <p:nvPr/>
        </p:nvSpPr>
        <p:spPr>
          <a:xfrm xmlns:a="http://schemas.openxmlformats.org/drawingml/2006/main">
            <a:off x="638175" y="5429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ED5DB"/>
                </a:solidFill>
                <a:latin typeface="Segoe UI"/>
                <a:ea typeface="Segoe UI"/>
                <a:cs typeface="Segoe UI"/>
              </a:defRPr>
            </a:defPPr>
          </a:lstStyle>
          <a:p xmlns:a="http://schemas.openxmlformats.org/drawingml/2006/main">
            <a:pPr>
              <a:defRPr sz="2025" b="0">
                <a:solidFill>
                  <a:srgbClr val="BED5DB"/>
                </a:solidFill>
                <a:latin typeface="Segoe UI"/>
                <a:ea typeface="Segoe UI"/>
                <a:cs typeface="Segoe UI"/>
              </a:defRPr>
            </a:pPr>
            <a:r>
              <a:rPr sz="2025" b="0">
                <a:solidFill>
                  <a:srgbClr val="BED5DB"/>
                </a:solidFill>
                <a:latin typeface="Segoe UI"/>
                <a:ea typeface="Segoe UI"/>
                <a:cs typeface="Segoe UI"/>
              </a:rPr>
              <a:t>A concept-level learning support workspace for higher education</a:t>
            </a:r>
          </a:p>
        </p:txBody>
      </p:sp>
    </p:spTree>
    <p:extLst>
      <p:ext uri="{BB962C8B-B14F-4D97-AF65-F5344CB8AC3E}">
        <p14:creationId xmlns:p14="http://schemas.microsoft.com/office/powerpoint/2010/main" val="1880198340"/>
      </p:ext>
    </p:extLst>
  </p:cSld>
</p:sld>
</file>

<file path=ppt/slides/slide2.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11D283D-B682-4759-B60C-E4CA7A14F6FC}"/>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AFB7EF-9808-45E3-87B3-85230A95F051}"/>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193846"/>
                </a:solidFill>
                <a:latin typeface="Segoe UI"/>
                <a:ea typeface="Segoe UI"/>
                <a:cs typeface="Segoe UI"/>
              </a:defRPr>
            </a:defPPr>
          </a:lstStyle>
          <a:p xmlns:a="http://schemas.openxmlformats.org/drawingml/2006/main">
            <a:pPr>
              <a:defRPr sz="3825" b="1">
                <a:solidFill>
                  <a:srgbClr val="193846"/>
                </a:solidFill>
                <a:latin typeface="Segoe UI"/>
                <a:ea typeface="Segoe UI"/>
                <a:cs typeface="Segoe UI"/>
              </a:defRPr>
            </a:pPr>
            <a:r>
              <a:rPr sz="3825" b="1">
                <a:solidFill>
                  <a:srgbClr val="193846"/>
                </a:solidFill>
                <a:latin typeface="Segoe UI"/>
                <a:ea typeface="Segoe UI"/>
                <a:cs typeface="Segoe UI"/>
              </a:rPr>
              <a:t>A topic taught is not a topic understood</a:t>
            </a:r>
          </a:p>
        </p:txBody>
      </p:sp>
      <p:sp>
        <p:nvSpPr>
          <p:cNvPr id="3" name="">
            <a:extLst xmlns:a="http://schemas.openxmlformats.org/drawingml/2006/main">
              <a:ext uri="{FF2B5EF4-FFF2-40B4-BE49-F238E27FC236}">
                <a16:creationId xmlns:a16="http://schemas.microsoft.com/office/drawing/2014/main" id="{2AC9C1D4-7966-4D53-A141-208DEA59E3C8}"/>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F7885"/>
                </a:solidFill>
                <a:latin typeface="Segoe UI"/>
                <a:ea typeface="Segoe UI"/>
                <a:cs typeface="Segoe UI"/>
              </a:defRPr>
            </a:defPPr>
          </a:lstStyle>
          <a:p xmlns:a="http://schemas.openxmlformats.org/drawingml/2006/main">
            <a:pPr>
              <a:defRPr sz="1350" b="1">
                <a:solidFill>
                  <a:srgbClr val="5F7885"/>
                </a:solidFill>
                <a:latin typeface="Segoe UI"/>
                <a:ea typeface="Segoe UI"/>
                <a:cs typeface="Segoe UI"/>
              </a:defRPr>
            </a:pPr>
            <a:r>
              <a:rPr sz="1350" b="1">
                <a:solidFill>
                  <a:srgbClr val="5F7885"/>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8FB660AB-54A6-4153-A1B4-6BDFC24DBF93}"/>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F7885"/>
                </a:solidFill>
                <a:latin typeface="Segoe UI"/>
                <a:ea typeface="Segoe UI"/>
                <a:cs typeface="Segoe UI"/>
              </a:defRPr>
            </a:defPPr>
          </a:lstStyle>
          <a:p xmlns:a="http://schemas.openxmlformats.org/drawingml/2006/main">
            <a:pPr>
              <a:defRPr sz="1350" b="0">
                <a:solidFill>
                  <a:srgbClr val="5F7885"/>
                </a:solidFill>
                <a:latin typeface="Segoe UI"/>
                <a:ea typeface="Segoe UI"/>
                <a:cs typeface="Segoe UI"/>
              </a:defRPr>
            </a:pPr>
            <a:r>
              <a:rPr sz="1350" b="0">
                <a:solidFill>
                  <a:srgbClr val="5F7885"/>
                </a:solidFill>
                <a:latin typeface="Segoe UI"/>
                <a:ea typeface="Segoe UI"/>
                <a:cs typeface="Segoe UI"/>
              </a:rPr>
              <a:t>02</a:t>
            </a:r>
          </a:p>
        </p:txBody>
      </p:sp>
      <p:sp>
        <p:nvSpPr>
          <p:cNvPr id="5" name="">
            <a:extLst xmlns:a="http://schemas.openxmlformats.org/drawingml/2006/main">
              <a:ext uri="{FF2B5EF4-FFF2-40B4-BE49-F238E27FC236}">
                <a16:creationId xmlns:a16="http://schemas.microsoft.com/office/drawing/2014/main" id="{9222BC56-7C0E-40C6-BCB2-4D2814CDB72D}"/>
              </a:ext>
            </a:extLst>
          </p:cNvPr>
          <p:cNvSpPr>
            <a:spLocks xmlns:a="http://schemas.openxmlformats.org/drawingml/2006/main" noGrp="1"/>
          </p:cNvSpPr>
          <p:nvPr/>
        </p:nvSpPr>
        <p:spPr>
          <a:xfrm xmlns:a="http://schemas.openxmlformats.org/drawingml/2006/main">
            <a:off x="5905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83CA57-F2DE-4936-8935-B55826B80716}"/>
              </a:ext>
            </a:extLst>
          </p:cNvPr>
          <p:cNvSpPr>
            <a:spLocks xmlns:a="http://schemas.openxmlformats.org/drawingml/2006/main" noGrp="1"/>
          </p:cNvSpPr>
          <p:nvPr/>
        </p:nvSpPr>
        <p:spPr>
          <a:xfrm xmlns:a="http://schemas.openxmlformats.org/drawingml/2006/main">
            <a:off x="590550" y="25527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Coverage is visible</a:t>
            </a:r>
          </a:p>
        </p:txBody>
      </p:sp>
      <p:sp>
        <p:nvSpPr>
          <p:cNvPr id="7" name="">
            <a:extLst xmlns:a="http://schemas.openxmlformats.org/drawingml/2006/main">
              <a:ext uri="{FF2B5EF4-FFF2-40B4-BE49-F238E27FC236}">
                <a16:creationId xmlns:a16="http://schemas.microsoft.com/office/drawing/2014/main" id="{CC4418E9-274B-4922-927F-16C730DFCA74}"/>
              </a:ext>
            </a:extLst>
          </p:cNvPr>
          <p:cNvSpPr>
            <a:spLocks xmlns:a="http://schemas.openxmlformats.org/drawingml/2006/main" noGrp="1"/>
          </p:cNvSpPr>
          <p:nvPr/>
        </p:nvSpPr>
        <p:spPr>
          <a:xfrm xmlns:a="http://schemas.openxmlformats.org/drawingml/2006/main">
            <a:off x="590550" y="3324225"/>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A class can finish a topic while individual gaps remain unseen.</a:t>
            </a:r>
          </a:p>
        </p:txBody>
      </p:sp>
      <p:sp>
        <p:nvSpPr>
          <p:cNvPr id="8" name="">
            <a:extLst xmlns:a="http://schemas.openxmlformats.org/drawingml/2006/main">
              <a:ext uri="{FF2B5EF4-FFF2-40B4-BE49-F238E27FC236}">
                <a16:creationId xmlns:a16="http://schemas.microsoft.com/office/drawing/2014/main" id="{1E8E62D0-06A0-4B70-A620-851D8D3728CA}"/>
              </a:ext>
            </a:extLst>
          </p:cNvPr>
          <p:cNvSpPr>
            <a:spLocks xmlns:a="http://schemas.openxmlformats.org/drawingml/2006/main" noGrp="1"/>
          </p:cNvSpPr>
          <p:nvPr/>
        </p:nvSpPr>
        <p:spPr>
          <a:xfrm xmlns:a="http://schemas.openxmlformats.org/drawingml/2006/main">
            <a:off x="44386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8681B9-B8CD-4568-8AED-096B304E1F38}"/>
              </a:ext>
            </a:extLst>
          </p:cNvPr>
          <p:cNvSpPr>
            <a:spLocks xmlns:a="http://schemas.openxmlformats.org/drawingml/2006/main" noGrp="1"/>
          </p:cNvSpPr>
          <p:nvPr/>
        </p:nvSpPr>
        <p:spPr>
          <a:xfrm xmlns:a="http://schemas.openxmlformats.org/drawingml/2006/main">
            <a:off x="4438650" y="25527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Understanding varies</a:t>
            </a:r>
          </a:p>
        </p:txBody>
      </p:sp>
      <p:sp>
        <p:nvSpPr>
          <p:cNvPr id="10" name="">
            <a:extLst xmlns:a="http://schemas.openxmlformats.org/drawingml/2006/main">
              <a:ext uri="{FF2B5EF4-FFF2-40B4-BE49-F238E27FC236}">
                <a16:creationId xmlns:a16="http://schemas.microsoft.com/office/drawing/2014/main" id="{CB478672-6C9B-40A2-AF6A-241636662AF1}"/>
              </a:ext>
            </a:extLst>
          </p:cNvPr>
          <p:cNvSpPr>
            <a:spLocks xmlns:a="http://schemas.openxmlformats.org/drawingml/2006/main" noGrp="1"/>
          </p:cNvSpPr>
          <p:nvPr/>
        </p:nvSpPr>
        <p:spPr>
          <a:xfrm xmlns:a="http://schemas.openxmlformats.org/drawingml/2006/main">
            <a:off x="4438650" y="3324225"/>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Attendance and submitted work do not identify the exact concept that needs help.</a:t>
            </a:r>
          </a:p>
        </p:txBody>
      </p:sp>
      <p:sp>
        <p:nvSpPr>
          <p:cNvPr id="11" name="">
            <a:extLst xmlns:a="http://schemas.openxmlformats.org/drawingml/2006/main">
              <a:ext uri="{FF2B5EF4-FFF2-40B4-BE49-F238E27FC236}">
                <a16:creationId xmlns:a16="http://schemas.microsoft.com/office/drawing/2014/main" id="{94DDA008-CD26-43C7-B55A-29A4BA382A38}"/>
              </a:ext>
            </a:extLst>
          </p:cNvPr>
          <p:cNvSpPr>
            <a:spLocks xmlns:a="http://schemas.openxmlformats.org/drawingml/2006/main" noGrp="1"/>
          </p:cNvSpPr>
          <p:nvPr/>
        </p:nvSpPr>
        <p:spPr>
          <a:xfrm xmlns:a="http://schemas.openxmlformats.org/drawingml/2006/main">
            <a:off x="82867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1947A85-B698-4F07-BA30-010420B7CC2E}"/>
              </a:ext>
            </a:extLst>
          </p:cNvPr>
          <p:cNvSpPr>
            <a:spLocks xmlns:a="http://schemas.openxmlformats.org/drawingml/2006/main" noGrp="1"/>
          </p:cNvSpPr>
          <p:nvPr/>
        </p:nvSpPr>
        <p:spPr>
          <a:xfrm xmlns:a="http://schemas.openxmlformats.org/drawingml/2006/main">
            <a:off x="8286750" y="25527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Feedback arrives late</a:t>
            </a:r>
          </a:p>
        </p:txBody>
      </p:sp>
      <p:sp>
        <p:nvSpPr>
          <p:cNvPr id="13" name="">
            <a:extLst xmlns:a="http://schemas.openxmlformats.org/drawingml/2006/main">
              <a:ext uri="{FF2B5EF4-FFF2-40B4-BE49-F238E27FC236}">
                <a16:creationId xmlns:a16="http://schemas.microsoft.com/office/drawing/2014/main" id="{2935B230-0026-4973-B888-F1944DFDC5EB}"/>
              </a:ext>
            </a:extLst>
          </p:cNvPr>
          <p:cNvSpPr>
            <a:spLocks xmlns:a="http://schemas.openxmlformats.org/drawingml/2006/main" noGrp="1"/>
          </p:cNvSpPr>
          <p:nvPr/>
        </p:nvSpPr>
        <p:spPr>
          <a:xfrm xmlns:a="http://schemas.openxmlformats.org/drawingml/2006/main">
            <a:off x="8286750" y="3324225"/>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A later test may reveal a gap after the class has already moved on.</a:t>
            </a:r>
          </a:p>
        </p:txBody>
      </p:sp>
      <p:sp>
        <p:nvSpPr>
          <p:cNvPr id="14" name="">
            <a:extLst xmlns:a="http://schemas.openxmlformats.org/drawingml/2006/main">
              <a:ext uri="{FF2B5EF4-FFF2-40B4-BE49-F238E27FC236}">
                <a16:creationId xmlns:a16="http://schemas.microsoft.com/office/drawing/2014/main" id="{55796347-39AB-4E37-9CCF-6A409C30CBBC}"/>
              </a:ext>
            </a:extLst>
          </p:cNvPr>
          <p:cNvSpPr>
            <a:spLocks xmlns:a="http://schemas.openxmlformats.org/drawingml/2006/main" noGrp="1"/>
          </p:cNvSpPr>
          <p:nvPr/>
        </p:nvSpPr>
        <p:spPr>
          <a:xfrm xmlns:a="http://schemas.openxmlformats.org/drawingml/2006/main">
            <a:off x="590550" y="54006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E77"/>
                </a:solidFill>
                <a:latin typeface="Segoe UI"/>
                <a:ea typeface="Segoe UI"/>
                <a:cs typeface="Segoe UI"/>
              </a:defRPr>
            </a:defPPr>
          </a:lstStyle>
          <a:p xmlns:a="http://schemas.openxmlformats.org/drawingml/2006/main">
            <a:pPr>
              <a:defRPr sz="2250" b="1">
                <a:solidFill>
                  <a:srgbClr val="007E77"/>
                </a:solidFill>
                <a:latin typeface="Segoe UI"/>
                <a:ea typeface="Segoe UI"/>
                <a:cs typeface="Segoe UI"/>
              </a:defRPr>
            </a:pPr>
            <a:r>
              <a:rPr sz="2250" b="1">
                <a:solidFill>
                  <a:srgbClr val="007E77"/>
                </a:solidFill>
                <a:latin typeface="Segoe UI"/>
                <a:ea typeface="Segoe UI"/>
                <a:cs typeface="Segoe UI"/>
              </a:rPr>
              <a:t>The problem: knowing who needs help, with which concept, and what to do next.</a:t>
            </a:r>
          </a:p>
        </p:txBody>
      </p:sp>
    </p:spTree>
    <p:extLst>
      <p:ext uri="{BB962C8B-B14F-4D97-AF65-F5344CB8AC3E}">
        <p14:creationId xmlns:p14="http://schemas.microsoft.com/office/powerpoint/2010/main" val="145947810"/>
      </p:ext>
    </p:extLst>
  </p:cSld>
</p:sld>
</file>

<file path=ppt/slides/slide3.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72DF72-3600-42CE-8C14-73C5637ECC0F}"/>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617714-EC6E-4BC1-AB8F-7EAF3881BC59}"/>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193846"/>
                </a:solidFill>
                <a:latin typeface="Segoe UI"/>
                <a:ea typeface="Segoe UI"/>
                <a:cs typeface="Segoe UI"/>
              </a:defRPr>
            </a:defPPr>
          </a:lstStyle>
          <a:p xmlns:a="http://schemas.openxmlformats.org/drawingml/2006/main">
            <a:pPr>
              <a:defRPr sz="3825" b="1">
                <a:solidFill>
                  <a:srgbClr val="193846"/>
                </a:solidFill>
                <a:latin typeface="Segoe UI"/>
                <a:ea typeface="Segoe UI"/>
                <a:cs typeface="Segoe UI"/>
              </a:defRPr>
            </a:pPr>
            <a:r>
              <a:rPr sz="3825" b="1">
                <a:solidFill>
                  <a:srgbClr val="193846"/>
                </a:solidFill>
                <a:latin typeface="Segoe UI"/>
                <a:ea typeface="Segoe UI"/>
                <a:cs typeface="Segoe UI"/>
              </a:rPr>
              <a:t>Why would faculty use it?</a:t>
            </a:r>
          </a:p>
        </p:txBody>
      </p:sp>
      <p:sp>
        <p:nvSpPr>
          <p:cNvPr id="3" name="">
            <a:extLst xmlns:a="http://schemas.openxmlformats.org/drawingml/2006/main">
              <a:ext uri="{FF2B5EF4-FFF2-40B4-BE49-F238E27FC236}">
                <a16:creationId xmlns:a16="http://schemas.microsoft.com/office/drawing/2014/main" id="{5755F861-85CA-472A-9E0D-AAFC46382708}"/>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F7885"/>
                </a:solidFill>
                <a:latin typeface="Segoe UI"/>
                <a:ea typeface="Segoe UI"/>
                <a:cs typeface="Segoe UI"/>
              </a:defRPr>
            </a:defPPr>
          </a:lstStyle>
          <a:p xmlns:a="http://schemas.openxmlformats.org/drawingml/2006/main">
            <a:pPr>
              <a:defRPr sz="1350" b="1">
                <a:solidFill>
                  <a:srgbClr val="5F7885"/>
                </a:solidFill>
                <a:latin typeface="Segoe UI"/>
                <a:ea typeface="Segoe UI"/>
                <a:cs typeface="Segoe UI"/>
              </a:defRPr>
            </a:pPr>
            <a:r>
              <a:rPr sz="1350" b="1">
                <a:solidFill>
                  <a:srgbClr val="5F7885"/>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5BDAAA56-5DE7-4CD4-A3F3-9633D635327D}"/>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F7885"/>
                </a:solidFill>
                <a:latin typeface="Segoe UI"/>
                <a:ea typeface="Segoe UI"/>
                <a:cs typeface="Segoe UI"/>
              </a:defRPr>
            </a:defPPr>
          </a:lstStyle>
          <a:p xmlns:a="http://schemas.openxmlformats.org/drawingml/2006/main">
            <a:pPr>
              <a:defRPr sz="1350" b="0">
                <a:solidFill>
                  <a:srgbClr val="5F7885"/>
                </a:solidFill>
                <a:latin typeface="Segoe UI"/>
                <a:ea typeface="Segoe UI"/>
                <a:cs typeface="Segoe UI"/>
              </a:defRPr>
            </a:pPr>
            <a:r>
              <a:rPr sz="1350" b="0">
                <a:solidFill>
                  <a:srgbClr val="5F7885"/>
                </a:solidFill>
                <a:latin typeface="Segoe UI"/>
                <a:ea typeface="Segoe UI"/>
                <a:cs typeface="Segoe UI"/>
              </a:rPr>
              <a:t>03</a:t>
            </a:r>
          </a:p>
        </p:txBody>
      </p:sp>
      <p:sp>
        <p:nvSpPr>
          <p:cNvPr id="5" name="">
            <a:extLst xmlns:a="http://schemas.openxmlformats.org/drawingml/2006/main">
              <a:ext uri="{FF2B5EF4-FFF2-40B4-BE49-F238E27FC236}">
                <a16:creationId xmlns:a16="http://schemas.microsoft.com/office/drawing/2014/main" id="{70309209-729E-4279-9A73-10F57EC5FCBA}"/>
              </a:ext>
            </a:extLst>
          </p:cNvPr>
          <p:cNvSpPr>
            <a:spLocks xmlns:a="http://schemas.openxmlformats.org/drawingml/2006/main" noGrp="1"/>
          </p:cNvSpPr>
          <p:nvPr/>
        </p:nvSpPr>
        <p:spPr>
          <a:xfrm xmlns:a="http://schemas.openxmlformats.org/drawingml/2006/main">
            <a:off x="5905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590758-539A-415F-A48A-A4D5DA93654A}"/>
              </a:ext>
            </a:extLst>
          </p:cNvPr>
          <p:cNvSpPr>
            <a:spLocks xmlns:a="http://schemas.openxmlformats.org/drawingml/2006/main" noGrp="1"/>
          </p:cNvSpPr>
          <p:nvPr/>
        </p:nvSpPr>
        <p:spPr>
          <a:xfrm xmlns:a="http://schemas.openxmlformats.org/drawingml/2006/main">
            <a:off x="590550" y="25527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After teaching</a:t>
            </a:r>
          </a:p>
        </p:txBody>
      </p:sp>
      <p:sp>
        <p:nvSpPr>
          <p:cNvPr id="7" name="">
            <a:extLst xmlns:a="http://schemas.openxmlformats.org/drawingml/2006/main">
              <a:ext uri="{FF2B5EF4-FFF2-40B4-BE49-F238E27FC236}">
                <a16:creationId xmlns:a16="http://schemas.microsoft.com/office/drawing/2014/main" id="{2C730BBF-5944-4864-9FDE-989FC557AB4A}"/>
              </a:ext>
            </a:extLst>
          </p:cNvPr>
          <p:cNvSpPr>
            <a:spLocks xmlns:a="http://schemas.openxmlformats.org/drawingml/2006/main" noGrp="1"/>
          </p:cNvSpPr>
          <p:nvPr/>
        </p:nvSpPr>
        <p:spPr>
          <a:xfrm xmlns:a="http://schemas.openxmlformats.org/drawingml/2006/main">
            <a:off x="590550" y="3324225"/>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Use a short concept check to see where responses diverge.</a:t>
            </a:r>
          </a:p>
        </p:txBody>
      </p:sp>
      <p:sp>
        <p:nvSpPr>
          <p:cNvPr id="8" name="">
            <a:extLst xmlns:a="http://schemas.openxmlformats.org/drawingml/2006/main">
              <a:ext uri="{FF2B5EF4-FFF2-40B4-BE49-F238E27FC236}">
                <a16:creationId xmlns:a16="http://schemas.microsoft.com/office/drawing/2014/main" id="{38937C6E-A348-4791-8532-96C0B1306AAC}"/>
              </a:ext>
            </a:extLst>
          </p:cNvPr>
          <p:cNvSpPr>
            <a:spLocks xmlns:a="http://schemas.openxmlformats.org/drawingml/2006/main" noGrp="1"/>
          </p:cNvSpPr>
          <p:nvPr/>
        </p:nvSpPr>
        <p:spPr>
          <a:xfrm xmlns:a="http://schemas.openxmlformats.org/drawingml/2006/main">
            <a:off x="44386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79B0C06-9734-4E78-81FF-798281AEF055}"/>
              </a:ext>
            </a:extLst>
          </p:cNvPr>
          <p:cNvSpPr>
            <a:spLocks xmlns:a="http://schemas.openxmlformats.org/drawingml/2006/main" noGrp="1"/>
          </p:cNvSpPr>
          <p:nvPr/>
        </p:nvSpPr>
        <p:spPr>
          <a:xfrm xmlns:a="http://schemas.openxmlformats.org/drawingml/2006/main">
            <a:off x="4438650" y="25527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Before the next class</a:t>
            </a:r>
          </a:p>
        </p:txBody>
      </p:sp>
      <p:sp>
        <p:nvSpPr>
          <p:cNvPr id="10" name="">
            <a:extLst xmlns:a="http://schemas.openxmlformats.org/drawingml/2006/main">
              <a:ext uri="{FF2B5EF4-FFF2-40B4-BE49-F238E27FC236}">
                <a16:creationId xmlns:a16="http://schemas.microsoft.com/office/drawing/2014/main" id="{6B2496E5-ECDC-43F0-ADC7-4B53F119019A}"/>
              </a:ext>
            </a:extLst>
          </p:cNvPr>
          <p:cNvSpPr>
            <a:spLocks xmlns:a="http://schemas.openxmlformats.org/drawingml/2006/main" noGrp="1"/>
          </p:cNvSpPr>
          <p:nvPr/>
        </p:nvSpPr>
        <p:spPr>
          <a:xfrm xmlns:a="http://schemas.openxmlformats.org/drawingml/2006/main">
            <a:off x="4438650" y="3324225"/>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Inspect shared gaps and decide whether to revisit a topic or support individuals.</a:t>
            </a:r>
          </a:p>
        </p:txBody>
      </p:sp>
      <p:sp>
        <p:nvSpPr>
          <p:cNvPr id="11" name="">
            <a:extLst xmlns:a="http://schemas.openxmlformats.org/drawingml/2006/main">
              <a:ext uri="{FF2B5EF4-FFF2-40B4-BE49-F238E27FC236}">
                <a16:creationId xmlns:a16="http://schemas.microsoft.com/office/drawing/2014/main" id="{218F61AA-1C94-4155-AB50-A9BA22C20503}"/>
              </a:ext>
            </a:extLst>
          </p:cNvPr>
          <p:cNvSpPr>
            <a:spLocks xmlns:a="http://schemas.openxmlformats.org/drawingml/2006/main" noGrp="1"/>
          </p:cNvSpPr>
          <p:nvPr/>
        </p:nvSpPr>
        <p:spPr>
          <a:xfrm xmlns:a="http://schemas.openxmlformats.org/drawingml/2006/main">
            <a:off x="82867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87E13B5-DDF6-4794-AF02-9FFCCE325252}"/>
              </a:ext>
            </a:extLst>
          </p:cNvPr>
          <p:cNvSpPr>
            <a:spLocks xmlns:a="http://schemas.openxmlformats.org/drawingml/2006/main" noGrp="1"/>
          </p:cNvSpPr>
          <p:nvPr/>
        </p:nvSpPr>
        <p:spPr>
          <a:xfrm xmlns:a="http://schemas.openxmlformats.org/drawingml/2006/main">
            <a:off x="8286750" y="25527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During mentoring</a:t>
            </a:r>
          </a:p>
        </p:txBody>
      </p:sp>
      <p:sp>
        <p:nvSpPr>
          <p:cNvPr id="13" name="">
            <a:extLst xmlns:a="http://schemas.openxmlformats.org/drawingml/2006/main">
              <a:ext uri="{FF2B5EF4-FFF2-40B4-BE49-F238E27FC236}">
                <a16:creationId xmlns:a16="http://schemas.microsoft.com/office/drawing/2014/main" id="{A04E7F2B-1B09-4800-B5A0-3EF9E14BCF86}"/>
              </a:ext>
            </a:extLst>
          </p:cNvPr>
          <p:cNvSpPr>
            <a:spLocks xmlns:a="http://schemas.openxmlformats.org/drawingml/2006/main" noGrp="1"/>
          </p:cNvSpPr>
          <p:nvPr/>
        </p:nvSpPr>
        <p:spPr>
          <a:xfrm xmlns:a="http://schemas.openxmlformats.org/drawingml/2006/main">
            <a:off x="8286750" y="3324225"/>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Use saved responses and retest outcomes to make the conversation specific.</a:t>
            </a:r>
          </a:p>
        </p:txBody>
      </p:sp>
      <p:sp>
        <p:nvSpPr>
          <p:cNvPr id="14" name="">
            <a:extLst xmlns:a="http://schemas.openxmlformats.org/drawingml/2006/main">
              <a:ext uri="{FF2B5EF4-FFF2-40B4-BE49-F238E27FC236}">
                <a16:creationId xmlns:a16="http://schemas.microsoft.com/office/drawing/2014/main" id="{773A1600-B305-45F0-BA6C-46A51A887356}"/>
              </a:ext>
            </a:extLst>
          </p:cNvPr>
          <p:cNvSpPr>
            <a:spLocks xmlns:a="http://schemas.openxmlformats.org/drawingml/2006/main" noGrp="1"/>
          </p:cNvSpPr>
          <p:nvPr/>
        </p:nvSpPr>
        <p:spPr>
          <a:xfrm xmlns:a="http://schemas.openxmlformats.org/drawingml/2006/main">
            <a:off x="590550" y="5476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E77"/>
                </a:solidFill>
                <a:latin typeface="Segoe UI"/>
                <a:ea typeface="Segoe UI"/>
                <a:cs typeface="Segoe UI"/>
              </a:defRPr>
            </a:defPPr>
          </a:lstStyle>
          <a:p xmlns:a="http://schemas.openxmlformats.org/drawingml/2006/main">
            <a:pPr>
              <a:defRPr sz="2325" b="1">
                <a:solidFill>
                  <a:srgbClr val="007E77"/>
                </a:solidFill>
                <a:latin typeface="Segoe UI"/>
                <a:ea typeface="Segoe UI"/>
                <a:cs typeface="Segoe UI"/>
              </a:defRPr>
            </a:pPr>
            <a:r>
              <a:rPr sz="2325" b="1">
                <a:solidFill>
                  <a:srgbClr val="007E77"/>
                </a:solidFill>
                <a:latin typeface="Segoe UI"/>
                <a:ea typeface="Segoe UI"/>
                <a:cs typeface="Segoe UI"/>
              </a:rPr>
              <a:t>A practical routine: teach → check → focus attention → follow up</a:t>
            </a:r>
          </a:p>
        </p:txBody>
      </p:sp>
    </p:spTree>
    <p:extLst>
      <p:ext uri="{BB962C8B-B14F-4D97-AF65-F5344CB8AC3E}">
        <p14:creationId xmlns:p14="http://schemas.microsoft.com/office/powerpoint/2010/main" val="511422925"/>
      </p:ext>
    </p:extLst>
  </p:cSld>
</p:sld>
</file>

<file path=ppt/slides/slide4.xml><?xml version="1.0" encoding="utf-8"?>
<p:sld xmlns:p="http://schemas.openxmlformats.org/presentationml/2006/main">
  <p:cSld>
    <p:bg>
      <p:bgPr>
        <a:solidFill xmlns:a="http://schemas.openxmlformats.org/drawingml/2006/main">
          <a:srgbClr val="102D3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9524DC7-04BC-48B6-8819-AD4BB625CB76}"/>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CD692F-0780-4237-9C71-DA39C3134B41}"/>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Segoe UI"/>
                <a:ea typeface="Segoe UI"/>
                <a:cs typeface="Segoe UI"/>
              </a:defRPr>
            </a:defPPr>
          </a:lstStyle>
          <a:p xmlns:a="http://schemas.openxmlformats.org/drawingml/2006/main">
            <a:pPr>
              <a:defRPr sz="3825" b="1">
                <a:solidFill>
                  <a:srgbClr val="FFFFFF"/>
                </a:solidFill>
                <a:latin typeface="Segoe UI"/>
                <a:ea typeface="Segoe UI"/>
                <a:cs typeface="Segoe UI"/>
              </a:defRPr>
            </a:pPr>
            <a:r>
              <a:rPr sz="3825" b="1">
                <a:solidFill>
                  <a:srgbClr val="FFFFFF"/>
                </a:solidFill>
                <a:latin typeface="Segoe UI"/>
                <a:ea typeface="Segoe UI"/>
                <a:cs typeface="Segoe UI"/>
              </a:rPr>
              <a:t>One connected learning-support cycle</a:t>
            </a:r>
          </a:p>
        </p:txBody>
      </p:sp>
      <p:sp>
        <p:nvSpPr>
          <p:cNvPr id="3" name="">
            <a:extLst xmlns:a="http://schemas.openxmlformats.org/drawingml/2006/main">
              <a:ext uri="{FF2B5EF4-FFF2-40B4-BE49-F238E27FC236}">
                <a16:creationId xmlns:a16="http://schemas.microsoft.com/office/drawing/2014/main" id="{6F15883B-5324-4491-B06C-1B1E40EA63D9}"/>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EC2CB"/>
                </a:solidFill>
                <a:latin typeface="Segoe UI"/>
                <a:ea typeface="Segoe UI"/>
                <a:cs typeface="Segoe UI"/>
              </a:defRPr>
            </a:defPPr>
          </a:lstStyle>
          <a:p xmlns:a="http://schemas.openxmlformats.org/drawingml/2006/main">
            <a:pPr>
              <a:defRPr sz="1350" b="1">
                <a:solidFill>
                  <a:srgbClr val="9EC2CB"/>
                </a:solidFill>
                <a:latin typeface="Segoe UI"/>
                <a:ea typeface="Segoe UI"/>
                <a:cs typeface="Segoe UI"/>
              </a:defRPr>
            </a:pPr>
            <a:r>
              <a:rPr sz="1350" b="1">
                <a:solidFill>
                  <a:srgbClr val="9EC2CB"/>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55387A12-DC41-4525-881A-332B44230714}"/>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EC2CB"/>
                </a:solidFill>
                <a:latin typeface="Segoe UI"/>
                <a:ea typeface="Segoe UI"/>
                <a:cs typeface="Segoe UI"/>
              </a:defRPr>
            </a:defPPr>
          </a:lstStyle>
          <a:p xmlns:a="http://schemas.openxmlformats.org/drawingml/2006/main">
            <a:pPr>
              <a:defRPr sz="1350" b="0">
                <a:solidFill>
                  <a:srgbClr val="9EC2CB"/>
                </a:solidFill>
                <a:latin typeface="Segoe UI"/>
                <a:ea typeface="Segoe UI"/>
                <a:cs typeface="Segoe UI"/>
              </a:defRPr>
            </a:pPr>
            <a:r>
              <a:rPr sz="1350" b="0">
                <a:solidFill>
                  <a:srgbClr val="9EC2CB"/>
                </a:solidFill>
                <a:latin typeface="Segoe UI"/>
                <a:ea typeface="Segoe UI"/>
                <a:cs typeface="Segoe UI"/>
              </a:rPr>
              <a:t>04</a:t>
            </a:r>
          </a:p>
        </p:txBody>
      </p:sp>
      <p:sp>
        <p:nvSpPr>
          <p:cNvPr id="5" name="">
            <a:extLst xmlns:a="http://schemas.openxmlformats.org/drawingml/2006/main">
              <a:ext uri="{FF2B5EF4-FFF2-40B4-BE49-F238E27FC236}">
                <a16:creationId xmlns:a16="http://schemas.microsoft.com/office/drawing/2014/main" id="{963BED4E-0941-4FFC-96E8-D8AA7D8266CB}"/>
              </a:ext>
            </a:extLst>
          </p:cNvPr>
          <p:cNvSpPr>
            <a:spLocks xmlns:a="http://schemas.openxmlformats.org/drawingml/2006/main" noGrp="1"/>
          </p:cNvSpPr>
          <p:nvPr/>
        </p:nvSpPr>
        <p:spPr>
          <a:xfrm xmlns:a="http://schemas.openxmlformats.org/drawingml/2006/main">
            <a:off x="590550" y="22669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76D4BF"/>
                </a:solidFill>
                <a:latin typeface="Segoe UI"/>
                <a:ea typeface="Segoe UI"/>
                <a:cs typeface="Segoe UI"/>
              </a:defRPr>
            </a:defPPr>
          </a:lstStyle>
          <a:p xmlns:a="http://schemas.openxmlformats.org/drawingml/2006/main">
            <a:pPr>
              <a:defRPr sz="3825" b="1">
                <a:solidFill>
                  <a:srgbClr val="76D4BF"/>
                </a:solidFill>
                <a:latin typeface="Segoe UI"/>
                <a:ea typeface="Segoe UI"/>
                <a:cs typeface="Segoe UI"/>
              </a:defRPr>
            </a:pPr>
            <a:r>
              <a:rPr sz="3825" b="1">
                <a:solidFill>
                  <a:srgbClr val="76D4BF"/>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77788103-A9BA-41B6-8CD1-E3505DD48319}"/>
              </a:ext>
            </a:extLst>
          </p:cNvPr>
          <p:cNvSpPr>
            <a:spLocks xmlns:a="http://schemas.openxmlformats.org/drawingml/2006/main" noGrp="1"/>
          </p:cNvSpPr>
          <p:nvPr/>
        </p:nvSpPr>
        <p:spPr>
          <a:xfrm xmlns:a="http://schemas.openxmlformats.org/drawingml/2006/main">
            <a:off x="590550" y="31623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FFFFF"/>
                </a:solidFill>
                <a:latin typeface="Segoe UI"/>
                <a:ea typeface="Segoe UI"/>
                <a:cs typeface="Segoe UI"/>
              </a:defRPr>
            </a:defPPr>
          </a:lstStyle>
          <a:p xmlns:a="http://schemas.openxmlformats.org/drawingml/2006/main">
            <a:pPr>
              <a:defRPr sz="2550" b="1">
                <a:solidFill>
                  <a:srgbClr val="FFFFFF"/>
                </a:solidFill>
                <a:latin typeface="Segoe UI"/>
                <a:ea typeface="Segoe UI"/>
                <a:cs typeface="Segoe UI"/>
              </a:defRPr>
            </a:pPr>
            <a:r>
              <a:rPr sz="2550" b="1">
                <a:solidFill>
                  <a:srgbClr val="FFFFFF"/>
                </a:solidFill>
                <a:latin typeface="Segoe UI"/>
                <a:ea typeface="Segoe UI"/>
                <a:cs typeface="Segoe UI"/>
              </a:rPr>
              <a:t>Identify</a:t>
            </a:r>
          </a:p>
        </p:txBody>
      </p:sp>
      <p:sp>
        <p:nvSpPr>
          <p:cNvPr id="7" name="">
            <a:extLst xmlns:a="http://schemas.openxmlformats.org/drawingml/2006/main">
              <a:ext uri="{FF2B5EF4-FFF2-40B4-BE49-F238E27FC236}">
                <a16:creationId xmlns:a16="http://schemas.microsoft.com/office/drawing/2014/main" id="{F6928E6B-6CCA-42E4-BA11-463840746A99}"/>
              </a:ext>
            </a:extLst>
          </p:cNvPr>
          <p:cNvSpPr>
            <a:spLocks xmlns:a="http://schemas.openxmlformats.org/drawingml/2006/main" noGrp="1"/>
          </p:cNvSpPr>
          <p:nvPr/>
        </p:nvSpPr>
        <p:spPr>
          <a:xfrm xmlns:a="http://schemas.openxmlformats.org/drawingml/2006/main">
            <a:off x="590550" y="3914775"/>
            <a:ext cx="247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ED5DB"/>
                </a:solidFill>
                <a:latin typeface="Segoe UI"/>
                <a:ea typeface="Segoe UI"/>
                <a:cs typeface="Segoe UI"/>
              </a:defRPr>
            </a:defPPr>
          </a:lstStyle>
          <a:p xmlns:a="http://schemas.openxmlformats.org/drawingml/2006/main">
            <a:pPr>
              <a:defRPr sz="1950" b="0">
                <a:solidFill>
                  <a:srgbClr val="BED5DB"/>
                </a:solidFill>
                <a:latin typeface="Segoe UI"/>
                <a:ea typeface="Segoe UI"/>
                <a:cs typeface="Segoe UI"/>
              </a:defRPr>
            </a:pPr>
            <a:r>
              <a:rPr sz="1950" b="0">
                <a:solidFill>
                  <a:srgbClr val="BED5DB"/>
                </a:solidFill>
                <a:latin typeface="Segoe UI"/>
                <a:ea typeface="Segoe UI"/>
                <a:cs typeface="Segoe UI"/>
              </a:rPr>
              <a:t>Concept-level responses</a:t>
            </a:r>
          </a:p>
        </p:txBody>
      </p:sp>
      <p:sp>
        <p:nvSpPr>
          <p:cNvPr id="8" name="">
            <a:extLst xmlns:a="http://schemas.openxmlformats.org/drawingml/2006/main">
              <a:ext uri="{FF2B5EF4-FFF2-40B4-BE49-F238E27FC236}">
                <a16:creationId xmlns:a16="http://schemas.microsoft.com/office/drawing/2014/main" id="{42088F36-4DD0-46D5-86C0-766BB45FFDCA}"/>
              </a:ext>
            </a:extLst>
          </p:cNvPr>
          <p:cNvSpPr>
            <a:spLocks xmlns:a="http://schemas.openxmlformats.org/drawingml/2006/main" noGrp="1"/>
          </p:cNvSpPr>
          <p:nvPr/>
        </p:nvSpPr>
        <p:spPr>
          <a:xfrm xmlns:a="http://schemas.openxmlformats.org/drawingml/2006/main">
            <a:off x="3438525" y="22669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76D4BF"/>
                </a:solidFill>
                <a:latin typeface="Segoe UI"/>
                <a:ea typeface="Segoe UI"/>
                <a:cs typeface="Segoe UI"/>
              </a:defRPr>
            </a:defPPr>
          </a:lstStyle>
          <a:p xmlns:a="http://schemas.openxmlformats.org/drawingml/2006/main">
            <a:pPr>
              <a:defRPr sz="3825" b="1">
                <a:solidFill>
                  <a:srgbClr val="76D4BF"/>
                </a:solidFill>
                <a:latin typeface="Segoe UI"/>
                <a:ea typeface="Segoe UI"/>
                <a:cs typeface="Segoe UI"/>
              </a:defRPr>
            </a:pPr>
            <a:r>
              <a:rPr sz="3825" b="1">
                <a:solidFill>
                  <a:srgbClr val="76D4BF"/>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3207CFA5-742F-4A10-903D-801F0FF3F413}"/>
              </a:ext>
            </a:extLst>
          </p:cNvPr>
          <p:cNvSpPr>
            <a:spLocks xmlns:a="http://schemas.openxmlformats.org/drawingml/2006/main" noGrp="1"/>
          </p:cNvSpPr>
          <p:nvPr/>
        </p:nvSpPr>
        <p:spPr>
          <a:xfrm xmlns:a="http://schemas.openxmlformats.org/drawingml/2006/main">
            <a:off x="3438525" y="31623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FFFFF"/>
                </a:solidFill>
                <a:latin typeface="Segoe UI"/>
                <a:ea typeface="Segoe UI"/>
                <a:cs typeface="Segoe UI"/>
              </a:defRPr>
            </a:defPPr>
          </a:lstStyle>
          <a:p xmlns:a="http://schemas.openxmlformats.org/drawingml/2006/main">
            <a:pPr>
              <a:defRPr sz="2550" b="1">
                <a:solidFill>
                  <a:srgbClr val="FFFFFF"/>
                </a:solidFill>
                <a:latin typeface="Segoe UI"/>
                <a:ea typeface="Segoe UI"/>
                <a:cs typeface="Segoe UI"/>
              </a:defRPr>
            </a:pPr>
            <a:r>
              <a:rPr sz="2550" b="1">
                <a:solidFill>
                  <a:srgbClr val="FFFFFF"/>
                </a:solidFill>
                <a:latin typeface="Segoe UI"/>
                <a:ea typeface="Segoe UI"/>
                <a:cs typeface="Segoe UI"/>
              </a:rPr>
              <a:t>Teach</a:t>
            </a:r>
          </a:p>
        </p:txBody>
      </p:sp>
      <p:sp>
        <p:nvSpPr>
          <p:cNvPr id="10" name="">
            <a:extLst xmlns:a="http://schemas.openxmlformats.org/drawingml/2006/main">
              <a:ext uri="{FF2B5EF4-FFF2-40B4-BE49-F238E27FC236}">
                <a16:creationId xmlns:a16="http://schemas.microsoft.com/office/drawing/2014/main" id="{ACE51ECD-2CEA-479F-B33F-514C112B4B44}"/>
              </a:ext>
            </a:extLst>
          </p:cNvPr>
          <p:cNvSpPr>
            <a:spLocks xmlns:a="http://schemas.openxmlformats.org/drawingml/2006/main" noGrp="1"/>
          </p:cNvSpPr>
          <p:nvPr/>
        </p:nvSpPr>
        <p:spPr>
          <a:xfrm xmlns:a="http://schemas.openxmlformats.org/drawingml/2006/main">
            <a:off x="3438525" y="3914775"/>
            <a:ext cx="247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ED5DB"/>
                </a:solidFill>
                <a:latin typeface="Segoe UI"/>
                <a:ea typeface="Segoe UI"/>
                <a:cs typeface="Segoe UI"/>
              </a:defRPr>
            </a:defPPr>
          </a:lstStyle>
          <a:p xmlns:a="http://schemas.openxmlformats.org/drawingml/2006/main">
            <a:pPr>
              <a:defRPr sz="1950" b="0">
                <a:solidFill>
                  <a:srgbClr val="BED5DB"/>
                </a:solidFill>
                <a:latin typeface="Segoe UI"/>
                <a:ea typeface="Segoe UI"/>
                <a:cs typeface="Segoe UI"/>
              </a:defRPr>
            </a:pPr>
            <a:r>
              <a:rPr sz="1950" b="0">
                <a:solidFill>
                  <a:srgbClr val="BED5DB"/>
                </a:solidFill>
                <a:latin typeface="Segoe UI"/>
                <a:ea typeface="Segoe UI"/>
                <a:cs typeface="Segoe UI"/>
              </a:rPr>
              <a:t>A focused reviewed lesson</a:t>
            </a:r>
          </a:p>
        </p:txBody>
      </p:sp>
      <p:sp>
        <p:nvSpPr>
          <p:cNvPr id="11" name="">
            <a:extLst xmlns:a="http://schemas.openxmlformats.org/drawingml/2006/main">
              <a:ext uri="{FF2B5EF4-FFF2-40B4-BE49-F238E27FC236}">
                <a16:creationId xmlns:a16="http://schemas.microsoft.com/office/drawing/2014/main" id="{3A25FA68-99CC-4293-B8D9-E799ADAF41BC}"/>
              </a:ext>
            </a:extLst>
          </p:cNvPr>
          <p:cNvSpPr>
            <a:spLocks xmlns:a="http://schemas.openxmlformats.org/drawingml/2006/main" noGrp="1"/>
          </p:cNvSpPr>
          <p:nvPr/>
        </p:nvSpPr>
        <p:spPr>
          <a:xfrm xmlns:a="http://schemas.openxmlformats.org/drawingml/2006/main">
            <a:off x="6286500" y="22669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76D4BF"/>
                </a:solidFill>
                <a:latin typeface="Segoe UI"/>
                <a:ea typeface="Segoe UI"/>
                <a:cs typeface="Segoe UI"/>
              </a:defRPr>
            </a:defPPr>
          </a:lstStyle>
          <a:p xmlns:a="http://schemas.openxmlformats.org/drawingml/2006/main">
            <a:pPr>
              <a:defRPr sz="3825" b="1">
                <a:solidFill>
                  <a:srgbClr val="76D4BF"/>
                </a:solidFill>
                <a:latin typeface="Segoe UI"/>
                <a:ea typeface="Segoe UI"/>
                <a:cs typeface="Segoe UI"/>
              </a:defRPr>
            </a:pPr>
            <a:r>
              <a:rPr sz="3825" b="1">
                <a:solidFill>
                  <a:srgbClr val="76D4BF"/>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4D3221DB-5B3A-4ED8-9696-94ED10971E48}"/>
              </a:ext>
            </a:extLst>
          </p:cNvPr>
          <p:cNvSpPr>
            <a:spLocks xmlns:a="http://schemas.openxmlformats.org/drawingml/2006/main" noGrp="1"/>
          </p:cNvSpPr>
          <p:nvPr/>
        </p:nvSpPr>
        <p:spPr>
          <a:xfrm xmlns:a="http://schemas.openxmlformats.org/drawingml/2006/main">
            <a:off x="6286500" y="31623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FFFFF"/>
                </a:solidFill>
                <a:latin typeface="Segoe UI"/>
                <a:ea typeface="Segoe UI"/>
                <a:cs typeface="Segoe UI"/>
              </a:defRPr>
            </a:defPPr>
          </a:lstStyle>
          <a:p xmlns:a="http://schemas.openxmlformats.org/drawingml/2006/main">
            <a:pPr>
              <a:defRPr sz="2550" b="1">
                <a:solidFill>
                  <a:srgbClr val="FFFFFF"/>
                </a:solidFill>
                <a:latin typeface="Segoe UI"/>
                <a:ea typeface="Segoe UI"/>
                <a:cs typeface="Segoe UI"/>
              </a:defRPr>
            </a:pPr>
            <a:r>
              <a:rPr sz="2550" b="1">
                <a:solidFill>
                  <a:srgbClr val="FFFFFF"/>
                </a:solidFill>
                <a:latin typeface="Segoe UI"/>
                <a:ea typeface="Segoe UI"/>
                <a:cs typeface="Segoe UI"/>
              </a:rPr>
              <a:t>Practise</a:t>
            </a:r>
          </a:p>
        </p:txBody>
      </p:sp>
      <p:sp>
        <p:nvSpPr>
          <p:cNvPr id="13" name="">
            <a:extLst xmlns:a="http://schemas.openxmlformats.org/drawingml/2006/main">
              <a:ext uri="{FF2B5EF4-FFF2-40B4-BE49-F238E27FC236}">
                <a16:creationId xmlns:a16="http://schemas.microsoft.com/office/drawing/2014/main" id="{CEA249C4-9A7E-48AD-B00E-D74A7A7B1914}"/>
              </a:ext>
            </a:extLst>
          </p:cNvPr>
          <p:cNvSpPr>
            <a:spLocks xmlns:a="http://schemas.openxmlformats.org/drawingml/2006/main" noGrp="1"/>
          </p:cNvSpPr>
          <p:nvPr/>
        </p:nvSpPr>
        <p:spPr>
          <a:xfrm xmlns:a="http://schemas.openxmlformats.org/drawingml/2006/main">
            <a:off x="6286500" y="3914775"/>
            <a:ext cx="247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ED5DB"/>
                </a:solidFill>
                <a:latin typeface="Segoe UI"/>
                <a:ea typeface="Segoe UI"/>
                <a:cs typeface="Segoe UI"/>
              </a:defRPr>
            </a:defPPr>
          </a:lstStyle>
          <a:p xmlns:a="http://schemas.openxmlformats.org/drawingml/2006/main">
            <a:pPr>
              <a:defRPr sz="1950" b="0">
                <a:solidFill>
                  <a:srgbClr val="BED5DB"/>
                </a:solidFill>
                <a:latin typeface="Segoe UI"/>
                <a:ea typeface="Segoe UI"/>
                <a:cs typeface="Segoe UI"/>
              </a:defRPr>
            </a:pPr>
            <a:r>
              <a:rPr sz="1950" b="0">
                <a:solidFill>
                  <a:srgbClr val="BED5DB"/>
                </a:solidFill>
                <a:latin typeface="Segoe UI"/>
                <a:ea typeface="Segoe UI"/>
                <a:cs typeface="Segoe UI"/>
              </a:rPr>
              <a:t>Immediate learning feedback</a:t>
            </a:r>
          </a:p>
        </p:txBody>
      </p:sp>
      <p:sp>
        <p:nvSpPr>
          <p:cNvPr id="14" name="">
            <a:extLst xmlns:a="http://schemas.openxmlformats.org/drawingml/2006/main">
              <a:ext uri="{FF2B5EF4-FFF2-40B4-BE49-F238E27FC236}">
                <a16:creationId xmlns:a16="http://schemas.microsoft.com/office/drawing/2014/main" id="{52AA90C8-92E3-497F-AC35-2400436019E2}"/>
              </a:ext>
            </a:extLst>
          </p:cNvPr>
          <p:cNvSpPr>
            <a:spLocks xmlns:a="http://schemas.openxmlformats.org/drawingml/2006/main" noGrp="1"/>
          </p:cNvSpPr>
          <p:nvPr/>
        </p:nvSpPr>
        <p:spPr>
          <a:xfrm xmlns:a="http://schemas.openxmlformats.org/drawingml/2006/main">
            <a:off x="9134475" y="22669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76D4BF"/>
                </a:solidFill>
                <a:latin typeface="Segoe UI"/>
                <a:ea typeface="Segoe UI"/>
                <a:cs typeface="Segoe UI"/>
              </a:defRPr>
            </a:defPPr>
          </a:lstStyle>
          <a:p xmlns:a="http://schemas.openxmlformats.org/drawingml/2006/main">
            <a:pPr>
              <a:defRPr sz="3825" b="1">
                <a:solidFill>
                  <a:srgbClr val="76D4BF"/>
                </a:solidFill>
                <a:latin typeface="Segoe UI"/>
                <a:ea typeface="Segoe UI"/>
                <a:cs typeface="Segoe UI"/>
              </a:defRPr>
            </a:pPr>
            <a:r>
              <a:rPr sz="3825" b="1">
                <a:solidFill>
                  <a:srgbClr val="76D4BF"/>
                </a:solidFill>
                <a:latin typeface="Segoe UI"/>
                <a:ea typeface="Segoe UI"/>
                <a:cs typeface="Segoe UI"/>
              </a:rPr>
              <a:t>04</a:t>
            </a:r>
          </a:p>
        </p:txBody>
      </p:sp>
      <p:sp>
        <p:nvSpPr>
          <p:cNvPr id="15" name="">
            <a:extLst xmlns:a="http://schemas.openxmlformats.org/drawingml/2006/main">
              <a:ext uri="{FF2B5EF4-FFF2-40B4-BE49-F238E27FC236}">
                <a16:creationId xmlns:a16="http://schemas.microsoft.com/office/drawing/2014/main" id="{B5E6D1F3-BD73-480E-923C-9295BC315173}"/>
              </a:ext>
            </a:extLst>
          </p:cNvPr>
          <p:cNvSpPr>
            <a:spLocks xmlns:a="http://schemas.openxmlformats.org/drawingml/2006/main" noGrp="1"/>
          </p:cNvSpPr>
          <p:nvPr/>
        </p:nvSpPr>
        <p:spPr>
          <a:xfrm xmlns:a="http://schemas.openxmlformats.org/drawingml/2006/main">
            <a:off x="9134475" y="31623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FFFFF"/>
                </a:solidFill>
                <a:latin typeface="Segoe UI"/>
                <a:ea typeface="Segoe UI"/>
                <a:cs typeface="Segoe UI"/>
              </a:defRPr>
            </a:defPPr>
          </a:lstStyle>
          <a:p xmlns:a="http://schemas.openxmlformats.org/drawingml/2006/main">
            <a:pPr>
              <a:defRPr sz="2550" b="1">
                <a:solidFill>
                  <a:srgbClr val="FFFFFF"/>
                </a:solidFill>
                <a:latin typeface="Segoe UI"/>
                <a:ea typeface="Segoe UI"/>
                <a:cs typeface="Segoe UI"/>
              </a:defRPr>
            </a:pPr>
            <a:r>
              <a:rPr sz="2550" b="1">
                <a:solidFill>
                  <a:srgbClr val="FFFFFF"/>
                </a:solidFill>
                <a:latin typeface="Segoe UI"/>
                <a:ea typeface="Segoe UI"/>
                <a:cs typeface="Segoe UI"/>
              </a:rPr>
              <a:t>Verify</a:t>
            </a:r>
          </a:p>
        </p:txBody>
      </p:sp>
      <p:sp>
        <p:nvSpPr>
          <p:cNvPr id="16" name="">
            <a:extLst xmlns:a="http://schemas.openxmlformats.org/drawingml/2006/main">
              <a:ext uri="{FF2B5EF4-FFF2-40B4-BE49-F238E27FC236}">
                <a16:creationId xmlns:a16="http://schemas.microsoft.com/office/drawing/2014/main" id="{D7C8C1F1-660F-4AA8-89B9-7A23C4645259}"/>
              </a:ext>
            </a:extLst>
          </p:cNvPr>
          <p:cNvSpPr>
            <a:spLocks xmlns:a="http://schemas.openxmlformats.org/drawingml/2006/main" noGrp="1"/>
          </p:cNvSpPr>
          <p:nvPr/>
        </p:nvSpPr>
        <p:spPr>
          <a:xfrm xmlns:a="http://schemas.openxmlformats.org/drawingml/2006/main">
            <a:off x="9134475" y="3914775"/>
            <a:ext cx="247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ED5DB"/>
                </a:solidFill>
                <a:latin typeface="Segoe UI"/>
                <a:ea typeface="Segoe UI"/>
                <a:cs typeface="Segoe UI"/>
              </a:defRPr>
            </a:defPPr>
          </a:lstStyle>
          <a:p xmlns:a="http://schemas.openxmlformats.org/drawingml/2006/main">
            <a:pPr>
              <a:defRPr sz="1950" b="0">
                <a:solidFill>
                  <a:srgbClr val="BED5DB"/>
                </a:solidFill>
                <a:latin typeface="Segoe UI"/>
                <a:ea typeface="Segoe UI"/>
                <a:cs typeface="Segoe UI"/>
              </a:defRPr>
            </a:pPr>
            <a:r>
              <a:rPr sz="1950" b="0">
                <a:solidFill>
                  <a:srgbClr val="BED5DB"/>
                </a:solidFill>
                <a:latin typeface="Segoe UI"/>
                <a:ea typeface="Segoe UI"/>
                <a:cs typeface="Segoe UI"/>
              </a:rPr>
              <a:t>Separate retest questions</a:t>
            </a:r>
          </a:p>
        </p:txBody>
      </p:sp>
      <p:sp>
        <p:nvSpPr>
          <p:cNvPr id="17" name="">
            <a:extLst xmlns:a="http://schemas.openxmlformats.org/drawingml/2006/main">
              <a:ext uri="{FF2B5EF4-FFF2-40B4-BE49-F238E27FC236}">
                <a16:creationId xmlns:a16="http://schemas.microsoft.com/office/drawing/2014/main" id="{68CCF556-57BE-43B9-A6F7-F89DD5B5E756}"/>
              </a:ext>
            </a:extLst>
          </p:cNvPr>
          <p:cNvSpPr>
            <a:spLocks xmlns:a="http://schemas.openxmlformats.org/drawingml/2006/main" noGrp="1"/>
          </p:cNvSpPr>
          <p:nvPr/>
        </p:nvSpPr>
        <p:spPr>
          <a:xfrm xmlns:a="http://schemas.openxmlformats.org/drawingml/2006/main">
            <a:off x="590550" y="54292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76D4BF"/>
                </a:solidFill>
                <a:latin typeface="Segoe UI"/>
                <a:ea typeface="Segoe UI"/>
                <a:cs typeface="Segoe UI"/>
              </a:defRPr>
            </a:defPPr>
          </a:lstStyle>
          <a:p xmlns:a="http://schemas.openxmlformats.org/drawingml/2006/main">
            <a:pPr>
              <a:defRPr sz="2475" b="1">
                <a:solidFill>
                  <a:srgbClr val="76D4BF"/>
                </a:solidFill>
                <a:latin typeface="Segoe UI"/>
                <a:ea typeface="Segoe UI"/>
                <a:cs typeface="Segoe UI"/>
              </a:defRPr>
            </a:pPr>
            <a:r>
              <a:rPr sz="2475" b="1">
                <a:solidFill>
                  <a:srgbClr val="76D4BF"/>
                </a:solidFill>
                <a:latin typeface="Segoe UI"/>
                <a:ea typeface="Segoe UI"/>
                <a:cs typeface="Segoe UI"/>
              </a:rPr>
              <a:t>Saved evidence returns to faculty for the next teaching decision.</a:t>
            </a:r>
          </a:p>
        </p:txBody>
      </p:sp>
    </p:spTree>
    <p:extLst>
      <p:ext uri="{BB962C8B-B14F-4D97-AF65-F5344CB8AC3E}">
        <p14:creationId xmlns:p14="http://schemas.microsoft.com/office/powerpoint/2010/main" val="640045409"/>
      </p:ext>
    </p:extLst>
  </p:cSld>
</p:sld>
</file>

<file path=ppt/slides/slide5.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4FF38F8-D787-4672-8479-154B6C273FEA}"/>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60328B-419F-42F6-BCE5-12E6E142043D}"/>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193846"/>
                </a:solidFill>
                <a:latin typeface="Segoe UI"/>
                <a:ea typeface="Segoe UI"/>
                <a:cs typeface="Segoe UI"/>
              </a:defRPr>
            </a:defPPr>
          </a:lstStyle>
          <a:p xmlns:a="http://schemas.openxmlformats.org/drawingml/2006/main">
            <a:pPr>
              <a:defRPr sz="3825" b="1">
                <a:solidFill>
                  <a:srgbClr val="193846"/>
                </a:solidFill>
                <a:latin typeface="Segoe UI"/>
                <a:ea typeface="Segoe UI"/>
                <a:cs typeface="Segoe UI"/>
              </a:defRPr>
            </a:pPr>
            <a:r>
              <a:rPr sz="3825" b="1">
                <a:solidFill>
                  <a:srgbClr val="193846"/>
                </a:solidFill>
                <a:latin typeface="Segoe UI"/>
                <a:ea typeface="Segoe UI"/>
                <a:cs typeface="Segoe UI"/>
              </a:rPr>
              <a:t>How the two user journeys connect</a:t>
            </a:r>
          </a:p>
        </p:txBody>
      </p:sp>
      <p:sp>
        <p:nvSpPr>
          <p:cNvPr id="3" name="">
            <a:extLst xmlns:a="http://schemas.openxmlformats.org/drawingml/2006/main">
              <a:ext uri="{FF2B5EF4-FFF2-40B4-BE49-F238E27FC236}">
                <a16:creationId xmlns:a16="http://schemas.microsoft.com/office/drawing/2014/main" id="{F64475E0-B8AB-4AD4-AC0C-61BFCC314F83}"/>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F7885"/>
                </a:solidFill>
                <a:latin typeface="Segoe UI"/>
                <a:ea typeface="Segoe UI"/>
                <a:cs typeface="Segoe UI"/>
              </a:defRPr>
            </a:defPPr>
          </a:lstStyle>
          <a:p xmlns:a="http://schemas.openxmlformats.org/drawingml/2006/main">
            <a:pPr>
              <a:defRPr sz="1350" b="1">
                <a:solidFill>
                  <a:srgbClr val="5F7885"/>
                </a:solidFill>
                <a:latin typeface="Segoe UI"/>
                <a:ea typeface="Segoe UI"/>
                <a:cs typeface="Segoe UI"/>
              </a:defRPr>
            </a:pPr>
            <a:r>
              <a:rPr sz="1350" b="1">
                <a:solidFill>
                  <a:srgbClr val="5F7885"/>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AF19646B-A5C2-4DE7-86DC-897EFB425D6F}"/>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F7885"/>
                </a:solidFill>
                <a:latin typeface="Segoe UI"/>
                <a:ea typeface="Segoe UI"/>
                <a:cs typeface="Segoe UI"/>
              </a:defRPr>
            </a:defPPr>
          </a:lstStyle>
          <a:p xmlns:a="http://schemas.openxmlformats.org/drawingml/2006/main">
            <a:pPr>
              <a:defRPr sz="1350" b="0">
                <a:solidFill>
                  <a:srgbClr val="5F7885"/>
                </a:solidFill>
                <a:latin typeface="Segoe UI"/>
                <a:ea typeface="Segoe UI"/>
                <a:cs typeface="Segoe UI"/>
              </a:defRPr>
            </a:pPr>
            <a:r>
              <a:rPr sz="1350" b="0">
                <a:solidFill>
                  <a:srgbClr val="5F7885"/>
                </a:solidFill>
                <a:latin typeface="Segoe UI"/>
                <a:ea typeface="Segoe UI"/>
                <a:cs typeface="Segoe UI"/>
              </a:rPr>
              <a:t>05</a:t>
            </a:r>
          </a:p>
        </p:txBody>
      </p:sp>
      <p:sp>
        <p:nvSpPr>
          <p:cNvPr id="5" name="">
            <a:extLst xmlns:a="http://schemas.openxmlformats.org/drawingml/2006/main">
              <a:ext uri="{FF2B5EF4-FFF2-40B4-BE49-F238E27FC236}">
                <a16:creationId xmlns:a16="http://schemas.microsoft.com/office/drawing/2014/main" id="{2476542D-B30F-4DC0-AB00-33B3C06CFCAB}"/>
              </a:ext>
            </a:extLst>
          </p:cNvPr>
          <p:cNvSpPr>
            <a:spLocks xmlns:a="http://schemas.openxmlformats.org/drawingml/2006/main" noGrp="1"/>
          </p:cNvSpPr>
          <p:nvPr/>
        </p:nvSpPr>
        <p:spPr>
          <a:xfrm xmlns:a="http://schemas.openxmlformats.org/drawingml/2006/main">
            <a:off x="590550" y="2238375"/>
            <a:ext cx="5248275" cy="3105150"/>
          </a:xfrm>
          <a:prstGeom xmlns:a="http://schemas.openxmlformats.org/drawingml/2006/main" prst="roundRect">
            <a:avLst>
              <a:gd name="adj" fmla="val 2454"/>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7E624B-509D-4571-B1D4-93F5B3E63E07}"/>
              </a:ext>
            </a:extLst>
          </p:cNvPr>
          <p:cNvSpPr>
            <a:spLocks xmlns:a="http://schemas.openxmlformats.org/drawingml/2006/main" noGrp="1"/>
          </p:cNvSpPr>
          <p:nvPr/>
        </p:nvSpPr>
        <p:spPr>
          <a:xfrm xmlns:a="http://schemas.openxmlformats.org/drawingml/2006/main">
            <a:off x="6229350" y="2238375"/>
            <a:ext cx="5248275" cy="3105150"/>
          </a:xfrm>
          <a:prstGeom xmlns:a="http://schemas.openxmlformats.org/drawingml/2006/main" prst="roundRect">
            <a:avLst>
              <a:gd name="adj" fmla="val 2454"/>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A14276-FAA4-457B-9988-A0A783D38CE6}"/>
              </a:ext>
            </a:extLst>
          </p:cNvPr>
          <p:cNvSpPr>
            <a:spLocks xmlns:a="http://schemas.openxmlformats.org/drawingml/2006/main" noGrp="1"/>
          </p:cNvSpPr>
          <p:nvPr/>
        </p:nvSpPr>
        <p:spPr>
          <a:xfrm xmlns:a="http://schemas.openxmlformats.org/drawingml/2006/main">
            <a:off x="828675" y="2486025"/>
            <a:ext cx="47910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7E77"/>
                </a:solidFill>
                <a:latin typeface="Segoe UI"/>
                <a:ea typeface="Segoe UI"/>
                <a:cs typeface="Segoe UI"/>
              </a:defRPr>
            </a:defPPr>
          </a:lstStyle>
          <a:p xmlns:a="http://schemas.openxmlformats.org/drawingml/2006/main">
            <a:pPr>
              <a:defRPr sz="2775" b="1">
                <a:solidFill>
                  <a:srgbClr val="007E77"/>
                </a:solidFill>
                <a:latin typeface="Segoe UI"/>
                <a:ea typeface="Segoe UI"/>
                <a:cs typeface="Segoe UI"/>
              </a:defRPr>
            </a:pPr>
            <a:r>
              <a:rPr sz="2775" b="1">
                <a:solidFill>
                  <a:srgbClr val="007E77"/>
                </a:solidFill>
                <a:latin typeface="Segoe UI"/>
                <a:ea typeface="Segoe UI"/>
                <a:cs typeface="Segoe UI"/>
              </a:rPr>
              <a:t>Learner journey</a:t>
            </a:r>
          </a:p>
        </p:txBody>
      </p:sp>
      <p:sp>
        <p:nvSpPr>
          <p:cNvPr id="8" name="">
            <a:extLst xmlns:a="http://schemas.openxmlformats.org/drawingml/2006/main">
              <a:ext uri="{FF2B5EF4-FFF2-40B4-BE49-F238E27FC236}">
                <a16:creationId xmlns:a16="http://schemas.microsoft.com/office/drawing/2014/main" id="{1EA84D6C-4035-48B3-B562-B2B2D506329A}"/>
              </a:ext>
            </a:extLst>
          </p:cNvPr>
          <p:cNvSpPr>
            <a:spLocks xmlns:a="http://schemas.openxmlformats.org/drawingml/2006/main" noGrp="1"/>
          </p:cNvSpPr>
          <p:nvPr/>
        </p:nvSpPr>
        <p:spPr>
          <a:xfrm xmlns:a="http://schemas.openxmlformats.org/drawingml/2006/main">
            <a:off x="828675" y="3343275"/>
            <a:ext cx="47053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846"/>
                </a:solidFill>
                <a:latin typeface="Segoe UI"/>
                <a:ea typeface="Segoe UI"/>
                <a:cs typeface="Segoe UI"/>
              </a:defRPr>
            </a:defPPr>
          </a:lstStyle>
          <a:p xmlns:a="http://schemas.openxmlformats.org/drawingml/2006/main">
            <a:pPr>
              <a:defRPr sz="2175" b="0">
                <a:solidFill>
                  <a:srgbClr val="193846"/>
                </a:solidFill>
                <a:latin typeface="Segoe UI"/>
                <a:ea typeface="Segoe UI"/>
                <a:cs typeface="Segoe UI"/>
              </a:defRPr>
            </a:pPr>
            <a:r>
              <a:rPr sz="2175" b="0">
                <a:solidFill>
                  <a:srgbClr val="193846"/>
                </a:solidFill>
                <a:latin typeface="Segoe UI"/>
                <a:ea typeface="Segoe UI"/>
                <a:cs typeface="Segoe UI"/>
              </a:rPr>
              <a:t>Quick check → focused lesson</a:t>
            </a:r>
          </a:p>
          <a:p xmlns:a="http://schemas.openxmlformats.org/drawingml/2006/main">
            <a:pPr>
              <a:defRPr sz="2175" b="0">
                <a:solidFill>
                  <a:srgbClr val="193846"/>
                </a:solidFill>
                <a:latin typeface="Segoe UI"/>
                <a:ea typeface="Segoe UI"/>
                <a:cs typeface="Segoe UI"/>
              </a:defRPr>
            </a:pPr>
            <a:r>
              <a:rPr sz="2175" b="0">
                <a:solidFill>
                  <a:srgbClr val="193846"/>
                </a:solidFill>
                <a:latin typeface="Segoe UI"/>
                <a:ea typeface="Segoe UI"/>
                <a:cs typeface="Segoe UI"/>
              </a:rPr>
              <a:t>Worked example → practice</a:t>
            </a:r>
          </a:p>
          <a:p xmlns:a="http://schemas.openxmlformats.org/drawingml/2006/main">
            <a:pPr>
              <a:defRPr sz="2175" b="0">
                <a:solidFill>
                  <a:srgbClr val="193846"/>
                </a:solidFill>
                <a:latin typeface="Segoe UI"/>
                <a:ea typeface="Segoe UI"/>
                <a:cs typeface="Segoe UI"/>
              </a:defRPr>
            </a:pPr>
            <a:r>
              <a:rPr sz="2175" b="0">
                <a:solidFill>
                  <a:srgbClr val="193846"/>
                </a:solidFill>
                <a:latin typeface="Segoe UI"/>
                <a:ea typeface="Segoe UI"/>
                <a:cs typeface="Segoe UI"/>
              </a:rPr>
              <a:t>Independent retest → saved progress</a:t>
            </a:r>
          </a:p>
        </p:txBody>
      </p:sp>
      <p:sp>
        <p:nvSpPr>
          <p:cNvPr id="9" name="">
            <a:extLst xmlns:a="http://schemas.openxmlformats.org/drawingml/2006/main">
              <a:ext uri="{FF2B5EF4-FFF2-40B4-BE49-F238E27FC236}">
                <a16:creationId xmlns:a16="http://schemas.microsoft.com/office/drawing/2014/main" id="{471D5E66-D6C4-4780-93D5-15F8A2C47384}"/>
              </a:ext>
            </a:extLst>
          </p:cNvPr>
          <p:cNvSpPr>
            <a:spLocks xmlns:a="http://schemas.openxmlformats.org/drawingml/2006/main" noGrp="1"/>
          </p:cNvSpPr>
          <p:nvPr/>
        </p:nvSpPr>
        <p:spPr>
          <a:xfrm xmlns:a="http://schemas.openxmlformats.org/drawingml/2006/main">
            <a:off x="6467475" y="2486025"/>
            <a:ext cx="47910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7E77"/>
                </a:solidFill>
                <a:latin typeface="Segoe UI"/>
                <a:ea typeface="Segoe UI"/>
                <a:cs typeface="Segoe UI"/>
              </a:defRPr>
            </a:defPPr>
          </a:lstStyle>
          <a:p xmlns:a="http://schemas.openxmlformats.org/drawingml/2006/main">
            <a:pPr>
              <a:defRPr sz="2775" b="1">
                <a:solidFill>
                  <a:srgbClr val="007E77"/>
                </a:solidFill>
                <a:latin typeface="Segoe UI"/>
                <a:ea typeface="Segoe UI"/>
                <a:cs typeface="Segoe UI"/>
              </a:defRPr>
            </a:pPr>
            <a:r>
              <a:rPr sz="2775" b="1">
                <a:solidFill>
                  <a:srgbClr val="007E77"/>
                </a:solidFill>
                <a:latin typeface="Segoe UI"/>
                <a:ea typeface="Segoe UI"/>
                <a:cs typeface="Segoe UI"/>
              </a:rPr>
              <a:t>Faculty journey</a:t>
            </a:r>
          </a:p>
        </p:txBody>
      </p:sp>
      <p:sp>
        <p:nvSpPr>
          <p:cNvPr id="10" name="">
            <a:extLst xmlns:a="http://schemas.openxmlformats.org/drawingml/2006/main">
              <a:ext uri="{FF2B5EF4-FFF2-40B4-BE49-F238E27FC236}">
                <a16:creationId xmlns:a16="http://schemas.microsoft.com/office/drawing/2014/main" id="{69C09868-E2E8-4F06-BC7A-DB8E2A904E04}"/>
              </a:ext>
            </a:extLst>
          </p:cNvPr>
          <p:cNvSpPr>
            <a:spLocks xmlns:a="http://schemas.openxmlformats.org/drawingml/2006/main" noGrp="1"/>
          </p:cNvSpPr>
          <p:nvPr/>
        </p:nvSpPr>
        <p:spPr>
          <a:xfrm xmlns:a="http://schemas.openxmlformats.org/drawingml/2006/main">
            <a:off x="6467475" y="3343275"/>
            <a:ext cx="47053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3846"/>
                </a:solidFill>
                <a:latin typeface="Segoe UI"/>
                <a:ea typeface="Segoe UI"/>
                <a:cs typeface="Segoe UI"/>
              </a:defRPr>
            </a:defPPr>
          </a:lstStyle>
          <a:p xmlns:a="http://schemas.openxmlformats.org/drawingml/2006/main">
            <a:pPr>
              <a:defRPr sz="2175" b="0">
                <a:solidFill>
                  <a:srgbClr val="193846"/>
                </a:solidFill>
                <a:latin typeface="Segoe UI"/>
                <a:ea typeface="Segoe UI"/>
                <a:cs typeface="Segoe UI"/>
              </a:defRPr>
            </a:pPr>
            <a:r>
              <a:rPr sz="2175" b="0">
                <a:solidFill>
                  <a:srgbClr val="193846"/>
                </a:solidFill>
                <a:latin typeface="Segoe UI"/>
                <a:ea typeface="Segoe UI"/>
                <a:cs typeface="Segoe UI"/>
              </a:rPr>
              <a:t>Class view → concept gaps</a:t>
            </a:r>
          </a:p>
          <a:p xmlns:a="http://schemas.openxmlformats.org/drawingml/2006/main">
            <a:pPr>
              <a:defRPr sz="2175" b="0">
                <a:solidFill>
                  <a:srgbClr val="193846"/>
                </a:solidFill>
                <a:latin typeface="Segoe UI"/>
                <a:ea typeface="Segoe UI"/>
                <a:cs typeface="Segoe UI"/>
              </a:defRPr>
            </a:pPr>
            <a:r>
              <a:rPr sz="2175" b="0">
                <a:solidFill>
                  <a:srgbClr val="193846"/>
                </a:solidFill>
                <a:latin typeface="Segoe UI"/>
                <a:ea typeface="Segoe UI"/>
                <a:cs typeface="Segoe UI"/>
              </a:rPr>
              <a:t>Compare needs → inspect evidence</a:t>
            </a:r>
          </a:p>
          <a:p xmlns:a="http://schemas.openxmlformats.org/drawingml/2006/main">
            <a:pPr>
              <a:defRPr sz="2175" b="0">
                <a:solidFill>
                  <a:srgbClr val="193846"/>
                </a:solidFill>
                <a:latin typeface="Segoe UI"/>
                <a:ea typeface="Segoe UI"/>
                <a:cs typeface="Segoe UI"/>
              </a:defRPr>
            </a:pPr>
            <a:r>
              <a:rPr sz="2175" b="0">
                <a:solidFill>
                  <a:srgbClr val="193846"/>
                </a:solidFill>
                <a:latin typeface="Segoe UI"/>
                <a:ea typeface="Segoe UI"/>
                <a:cs typeface="Segoe UI"/>
              </a:rPr>
              <a:t>Review support → decide follow-up</a:t>
            </a:r>
          </a:p>
        </p:txBody>
      </p:sp>
      <p:sp>
        <p:nvSpPr>
          <p:cNvPr id="11" name="">
            <a:extLst xmlns:a="http://schemas.openxmlformats.org/drawingml/2006/main">
              <a:ext uri="{FF2B5EF4-FFF2-40B4-BE49-F238E27FC236}">
                <a16:creationId xmlns:a16="http://schemas.microsoft.com/office/drawing/2014/main" id="{6A2BDF3B-7035-45D7-AE22-6012C595B52F}"/>
              </a:ext>
            </a:extLst>
          </p:cNvPr>
          <p:cNvSpPr>
            <a:spLocks xmlns:a="http://schemas.openxmlformats.org/drawingml/2006/main" noGrp="1"/>
          </p:cNvSpPr>
          <p:nvPr/>
        </p:nvSpPr>
        <p:spPr>
          <a:xfrm xmlns:a="http://schemas.openxmlformats.org/drawingml/2006/main">
            <a:off x="590550" y="55816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F7885"/>
                </a:solidFill>
                <a:latin typeface="Segoe UI"/>
                <a:ea typeface="Segoe UI"/>
                <a:cs typeface="Segoe UI"/>
              </a:defRPr>
            </a:defPPr>
          </a:lstStyle>
          <a:p xmlns:a="http://schemas.openxmlformats.org/drawingml/2006/main">
            <a:pPr>
              <a:defRPr sz="2175" b="0">
                <a:solidFill>
                  <a:srgbClr val="5F7885"/>
                </a:solidFill>
                <a:latin typeface="Segoe UI"/>
                <a:ea typeface="Segoe UI"/>
                <a:cs typeface="Segoe UI"/>
              </a:defRPr>
            </a:pPr>
            <a:r>
              <a:rPr sz="2175" b="0">
                <a:solidFill>
                  <a:srgbClr val="5F7885"/>
                </a:solidFill>
                <a:latin typeface="Segoe UI"/>
                <a:ea typeface="Segoe UI"/>
                <a:cs typeface="Segoe UI"/>
              </a:rPr>
              <a:t>Shared evidence connects learning activity with instructional action.</a:t>
            </a:r>
          </a:p>
        </p:txBody>
      </p:sp>
    </p:spTree>
    <p:extLst>
      <p:ext uri="{BB962C8B-B14F-4D97-AF65-F5344CB8AC3E}">
        <p14:creationId xmlns:p14="http://schemas.microsoft.com/office/powerpoint/2010/main" val="1117683445"/>
      </p:ext>
    </p:extLst>
  </p:cSld>
</p:sld>
</file>

<file path=ppt/slides/slide6.xml><?xml version="1.0" encoding="utf-8"?>
<p:sld xmlns:p="http://schemas.openxmlformats.org/presentationml/2006/main">
  <p:cSld>
    <p:bg>
      <p:bgPr>
        <a:solidFill xmlns:a="http://schemas.openxmlformats.org/drawingml/2006/main">
          <a:srgbClr val="102D3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63E2E31-7954-41A0-8B0A-33A03D5D58AC}"/>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EB0EDF-7CE5-4BD0-B370-950A555049B2}"/>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Segoe UI"/>
                <a:ea typeface="Segoe UI"/>
                <a:cs typeface="Segoe UI"/>
              </a:defRPr>
            </a:defPPr>
          </a:lstStyle>
          <a:p xmlns:a="http://schemas.openxmlformats.org/drawingml/2006/main">
            <a:pPr>
              <a:defRPr sz="3825" b="1">
                <a:solidFill>
                  <a:srgbClr val="FFFFFF"/>
                </a:solidFill>
                <a:latin typeface="Segoe UI"/>
                <a:ea typeface="Segoe UI"/>
                <a:cs typeface="Segoe UI"/>
              </a:defRPr>
            </a:pPr>
            <a:r>
              <a:rPr sz="3825" b="1">
                <a:solidFill>
                  <a:srgbClr val="FFFFFF"/>
                </a:solidFill>
                <a:latin typeface="Segoe UI"/>
                <a:ea typeface="Segoe UI"/>
                <a:cs typeface="Segoe UI"/>
              </a:rPr>
              <a:t>End-to-end product architecture</a:t>
            </a:r>
          </a:p>
        </p:txBody>
      </p:sp>
      <p:sp>
        <p:nvSpPr>
          <p:cNvPr id="3" name="">
            <a:extLst xmlns:a="http://schemas.openxmlformats.org/drawingml/2006/main">
              <a:ext uri="{FF2B5EF4-FFF2-40B4-BE49-F238E27FC236}">
                <a16:creationId xmlns:a16="http://schemas.microsoft.com/office/drawing/2014/main" id="{E30EEC34-0856-42DE-9E40-765930B60228}"/>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EC2CB"/>
                </a:solidFill>
                <a:latin typeface="Segoe UI"/>
                <a:ea typeface="Segoe UI"/>
                <a:cs typeface="Segoe UI"/>
              </a:defRPr>
            </a:defPPr>
          </a:lstStyle>
          <a:p xmlns:a="http://schemas.openxmlformats.org/drawingml/2006/main">
            <a:pPr>
              <a:defRPr sz="1350" b="1">
                <a:solidFill>
                  <a:srgbClr val="9EC2CB"/>
                </a:solidFill>
                <a:latin typeface="Segoe UI"/>
                <a:ea typeface="Segoe UI"/>
                <a:cs typeface="Segoe UI"/>
              </a:defRPr>
            </a:pPr>
            <a:r>
              <a:rPr sz="1350" b="1">
                <a:solidFill>
                  <a:srgbClr val="9EC2CB"/>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50EB665B-09C6-485D-A8CA-5612DC1D6A7B}"/>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EC2CB"/>
                </a:solidFill>
                <a:latin typeface="Segoe UI"/>
                <a:ea typeface="Segoe UI"/>
                <a:cs typeface="Segoe UI"/>
              </a:defRPr>
            </a:defPPr>
          </a:lstStyle>
          <a:p xmlns:a="http://schemas.openxmlformats.org/drawingml/2006/main">
            <a:pPr>
              <a:defRPr sz="1350" b="0">
                <a:solidFill>
                  <a:srgbClr val="9EC2CB"/>
                </a:solidFill>
                <a:latin typeface="Segoe UI"/>
                <a:ea typeface="Segoe UI"/>
                <a:cs typeface="Segoe UI"/>
              </a:defRPr>
            </a:pPr>
            <a:r>
              <a:rPr sz="1350" b="0">
                <a:solidFill>
                  <a:srgbClr val="9EC2CB"/>
                </a:solidFill>
                <a:latin typeface="Segoe UI"/>
                <a:ea typeface="Segoe UI"/>
                <a:cs typeface="Segoe UI"/>
              </a:rPr>
              <a:t>06</a:t>
            </a:r>
          </a:p>
        </p:txBody>
      </p:sp>
      <p:sp>
        <p:nvSpPr>
          <p:cNvPr id="5" name="">
            <a:extLst xmlns:a="http://schemas.openxmlformats.org/drawingml/2006/main">
              <a:ext uri="{FF2B5EF4-FFF2-40B4-BE49-F238E27FC236}">
                <a16:creationId xmlns:a16="http://schemas.microsoft.com/office/drawing/2014/main" id="{C05A1572-1D88-4112-A707-6C30A9A4FDE9}"/>
              </a:ext>
            </a:extLst>
          </p:cNvPr>
          <p:cNvSpPr>
            <a:spLocks xmlns:a="http://schemas.openxmlformats.org/drawingml/2006/main" noGrp="1"/>
          </p:cNvSpPr>
          <p:nvPr/>
        </p:nvSpPr>
        <p:spPr>
          <a:xfrm xmlns:a="http://schemas.openxmlformats.org/drawingml/2006/main">
            <a:off x="590550" y="2124075"/>
            <a:ext cx="3476625" cy="1104900"/>
          </a:xfrm>
          <a:prstGeom xmlns:a="http://schemas.openxmlformats.org/drawingml/2006/main" prst="roundRect">
            <a:avLst>
              <a:gd name="adj" fmla="val 6897"/>
            </a:avLst>
          </a:prstGeom>
          <a:solidFill xmlns:a="http://schemas.openxmlformats.org/drawingml/2006/main">
            <a:srgbClr val="1C43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7EC54E8-72F1-4E0C-8906-F32BDA7C3768}"/>
              </a:ext>
            </a:extLst>
          </p:cNvPr>
          <p:cNvSpPr>
            <a:spLocks xmlns:a="http://schemas.openxmlformats.org/drawingml/2006/main" noGrp="1"/>
          </p:cNvSpPr>
          <p:nvPr/>
        </p:nvSpPr>
        <p:spPr>
          <a:xfrm xmlns:a="http://schemas.openxmlformats.org/drawingml/2006/main">
            <a:off x="733425" y="2266950"/>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Segoe UI"/>
                <a:ea typeface="Segoe UI"/>
                <a:cs typeface="Segoe UI"/>
              </a:defRPr>
            </a:defPPr>
          </a:lstStyle>
          <a:p xmlns:a="http://schemas.openxmlformats.org/drawingml/2006/main">
            <a:pPr>
              <a:defRPr sz="2175" b="1">
                <a:solidFill>
                  <a:srgbClr val="FFFFFF"/>
                </a:solidFill>
                <a:latin typeface="Segoe UI"/>
                <a:ea typeface="Segoe UI"/>
                <a:cs typeface="Segoe UI"/>
              </a:defRPr>
            </a:pPr>
            <a:r>
              <a:rPr sz="2175" b="1">
                <a:solidFill>
                  <a:srgbClr val="FFFFFF"/>
                </a:solidFill>
                <a:latin typeface="Segoe UI"/>
                <a:ea typeface="Segoe UI"/>
                <a:cs typeface="Segoe UI"/>
              </a:rPr>
              <a:t>User interface</a:t>
            </a:r>
          </a:p>
        </p:txBody>
      </p:sp>
      <p:sp>
        <p:nvSpPr>
          <p:cNvPr id="7" name="">
            <a:extLst xmlns:a="http://schemas.openxmlformats.org/drawingml/2006/main">
              <a:ext uri="{FF2B5EF4-FFF2-40B4-BE49-F238E27FC236}">
                <a16:creationId xmlns:a16="http://schemas.microsoft.com/office/drawing/2014/main" id="{CC63F4BF-FBA9-4500-A324-C2FD1431887C}"/>
              </a:ext>
            </a:extLst>
          </p:cNvPr>
          <p:cNvSpPr>
            <a:spLocks xmlns:a="http://schemas.openxmlformats.org/drawingml/2006/main" noGrp="1"/>
          </p:cNvSpPr>
          <p:nvPr/>
        </p:nvSpPr>
        <p:spPr>
          <a:xfrm xmlns:a="http://schemas.openxmlformats.org/drawingml/2006/main">
            <a:off x="733425" y="2752725"/>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ED5DB"/>
                </a:solidFill>
                <a:latin typeface="Segoe UI"/>
                <a:ea typeface="Segoe UI"/>
                <a:cs typeface="Segoe UI"/>
              </a:defRPr>
            </a:defPPr>
          </a:lstStyle>
          <a:p xmlns:a="http://schemas.openxmlformats.org/drawingml/2006/main">
            <a:pPr>
              <a:defRPr sz="1650" b="0">
                <a:solidFill>
                  <a:srgbClr val="BED5DB"/>
                </a:solidFill>
                <a:latin typeface="Segoe UI"/>
                <a:ea typeface="Segoe UI"/>
                <a:cs typeface="Segoe UI"/>
              </a:defRPr>
            </a:pPr>
            <a:r>
              <a:rPr sz="1650" b="0">
                <a:solidFill>
                  <a:srgbClr val="BED5DB"/>
                </a:solidFill>
                <a:latin typeface="Segoe UI"/>
                <a:ea typeface="Segoe UI"/>
                <a:cs typeface="Segoe UI"/>
              </a:rPr>
              <a:t>React + TypeScript + Router</a:t>
            </a:r>
          </a:p>
        </p:txBody>
      </p:sp>
      <p:sp>
        <p:nvSpPr>
          <p:cNvPr id="8" name="">
            <a:extLst xmlns:a="http://schemas.openxmlformats.org/drawingml/2006/main">
              <a:ext uri="{FF2B5EF4-FFF2-40B4-BE49-F238E27FC236}">
                <a16:creationId xmlns:a16="http://schemas.microsoft.com/office/drawing/2014/main" id="{76B1CD74-658A-4D2E-9943-2E90641C294C}"/>
              </a:ext>
            </a:extLst>
          </p:cNvPr>
          <p:cNvSpPr>
            <a:spLocks xmlns:a="http://schemas.openxmlformats.org/drawingml/2006/main" noGrp="1"/>
          </p:cNvSpPr>
          <p:nvPr/>
        </p:nvSpPr>
        <p:spPr>
          <a:xfrm xmlns:a="http://schemas.openxmlformats.org/drawingml/2006/main">
            <a:off x="4086225" y="2457450"/>
            <a:ext cx="31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76D4BF"/>
                </a:solidFill>
                <a:latin typeface="Segoe UI"/>
                <a:ea typeface="Segoe UI"/>
                <a:cs typeface="Segoe UI"/>
              </a:defRPr>
            </a:defPPr>
          </a:lstStyle>
          <a:p xmlns:a="http://schemas.openxmlformats.org/drawingml/2006/main">
            <a:pPr>
              <a:defRPr sz="2175" b="0">
                <a:solidFill>
                  <a:srgbClr val="76D4BF"/>
                </a:solidFill>
                <a:latin typeface="Segoe UI"/>
                <a:ea typeface="Segoe UI"/>
                <a:cs typeface="Segoe UI"/>
              </a:defRPr>
            </a:pPr>
            <a:r>
              <a:rPr sz="2175" b="0">
                <a:solidFill>
                  <a:srgbClr val="76D4BF"/>
                </a:solidFill>
                <a:latin typeface="Segoe UI"/>
                <a:ea typeface="Segoe UI"/>
                <a:cs typeface="Segoe UI"/>
              </a:rPr>
              <a:t>→</a:t>
            </a:r>
          </a:p>
        </p:txBody>
      </p:sp>
      <p:sp>
        <p:nvSpPr>
          <p:cNvPr id="9" name="">
            <a:extLst xmlns:a="http://schemas.openxmlformats.org/drawingml/2006/main">
              <a:ext uri="{FF2B5EF4-FFF2-40B4-BE49-F238E27FC236}">
                <a16:creationId xmlns:a16="http://schemas.microsoft.com/office/drawing/2014/main" id="{7E12E212-FECE-4399-BA12-53AE296CE8CB}"/>
              </a:ext>
            </a:extLst>
          </p:cNvPr>
          <p:cNvSpPr>
            <a:spLocks xmlns:a="http://schemas.openxmlformats.org/drawingml/2006/main" noGrp="1"/>
          </p:cNvSpPr>
          <p:nvPr/>
        </p:nvSpPr>
        <p:spPr>
          <a:xfrm xmlns:a="http://schemas.openxmlformats.org/drawingml/2006/main">
            <a:off x="4400550" y="2124075"/>
            <a:ext cx="3476625" cy="1104900"/>
          </a:xfrm>
          <a:prstGeom xmlns:a="http://schemas.openxmlformats.org/drawingml/2006/main" prst="roundRect">
            <a:avLst>
              <a:gd name="adj" fmla="val 6897"/>
            </a:avLst>
          </a:prstGeom>
          <a:solidFill xmlns:a="http://schemas.openxmlformats.org/drawingml/2006/main">
            <a:srgbClr val="1C435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7577E3E-B0C9-424C-8F7C-B3743BE09616}"/>
              </a:ext>
            </a:extLst>
          </p:cNvPr>
          <p:cNvSpPr>
            <a:spLocks xmlns:a="http://schemas.openxmlformats.org/drawingml/2006/main" noGrp="1"/>
          </p:cNvSpPr>
          <p:nvPr/>
        </p:nvSpPr>
        <p:spPr>
          <a:xfrm xmlns:a="http://schemas.openxmlformats.org/drawingml/2006/main">
            <a:off x="4543425" y="2266950"/>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Segoe UI"/>
                <a:ea typeface="Segoe UI"/>
                <a:cs typeface="Segoe UI"/>
              </a:defRPr>
            </a:defPPr>
          </a:lstStyle>
          <a:p xmlns:a="http://schemas.openxmlformats.org/drawingml/2006/main">
            <a:pPr>
              <a:defRPr sz="2175" b="1">
                <a:solidFill>
                  <a:srgbClr val="FFFFFF"/>
                </a:solidFill>
                <a:latin typeface="Segoe UI"/>
                <a:ea typeface="Segoe UI"/>
                <a:cs typeface="Segoe UI"/>
              </a:defRPr>
            </a:pPr>
            <a:r>
              <a:rPr sz="2175" b="1">
                <a:solidFill>
                  <a:srgbClr val="FFFFFF"/>
                </a:solidFill>
                <a:latin typeface="Segoe UI"/>
                <a:ea typeface="Segoe UI"/>
                <a:cs typeface="Segoe UI"/>
              </a:rPr>
              <a:t>Application service</a:t>
            </a:r>
          </a:p>
        </p:txBody>
      </p:sp>
      <p:sp>
        <p:nvSpPr>
          <p:cNvPr id="11" name="">
            <a:extLst xmlns:a="http://schemas.openxmlformats.org/drawingml/2006/main">
              <a:ext uri="{FF2B5EF4-FFF2-40B4-BE49-F238E27FC236}">
                <a16:creationId xmlns:a16="http://schemas.microsoft.com/office/drawing/2014/main" id="{20775A95-31DB-42FE-A6C1-B9660A4D6244}"/>
              </a:ext>
            </a:extLst>
          </p:cNvPr>
          <p:cNvSpPr>
            <a:spLocks xmlns:a="http://schemas.openxmlformats.org/drawingml/2006/main" noGrp="1"/>
          </p:cNvSpPr>
          <p:nvPr/>
        </p:nvSpPr>
        <p:spPr>
          <a:xfrm xmlns:a="http://schemas.openxmlformats.org/drawingml/2006/main">
            <a:off x="4543425" y="2752725"/>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ED5DB"/>
                </a:solidFill>
                <a:latin typeface="Segoe UI"/>
                <a:ea typeface="Segoe UI"/>
                <a:cs typeface="Segoe UI"/>
              </a:defRPr>
            </a:defPPr>
          </a:lstStyle>
          <a:p xmlns:a="http://schemas.openxmlformats.org/drawingml/2006/main">
            <a:pPr>
              <a:defRPr sz="1650" b="0">
                <a:solidFill>
                  <a:srgbClr val="BED5DB"/>
                </a:solidFill>
                <a:latin typeface="Segoe UI"/>
                <a:ea typeface="Segoe UI"/>
                <a:cs typeface="Segoe UI"/>
              </a:defRPr>
            </a:pPr>
            <a:r>
              <a:rPr sz="1650" b="0">
                <a:solidFill>
                  <a:srgbClr val="BED5DB"/>
                </a:solidFill>
                <a:latin typeface="Segoe UI"/>
                <a:ea typeface="Segoe UI"/>
                <a:cs typeface="Segoe UI"/>
              </a:rPr>
              <a:t>Python + FastAPI + Pydantic</a:t>
            </a:r>
          </a:p>
        </p:txBody>
      </p:sp>
      <p:sp>
        <p:nvSpPr>
          <p:cNvPr id="12" name="">
            <a:extLst xmlns:a="http://schemas.openxmlformats.org/drawingml/2006/main">
              <a:ext uri="{FF2B5EF4-FFF2-40B4-BE49-F238E27FC236}">
                <a16:creationId xmlns:a16="http://schemas.microsoft.com/office/drawing/2014/main" id="{0E786835-EB6A-478F-B1CF-B9F32EFD17E6}"/>
              </a:ext>
            </a:extLst>
          </p:cNvPr>
          <p:cNvSpPr>
            <a:spLocks xmlns:a="http://schemas.openxmlformats.org/drawingml/2006/main" noGrp="1"/>
          </p:cNvSpPr>
          <p:nvPr/>
        </p:nvSpPr>
        <p:spPr>
          <a:xfrm xmlns:a="http://schemas.openxmlformats.org/drawingml/2006/main">
            <a:off x="7896225" y="2457450"/>
            <a:ext cx="31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76D4BF"/>
                </a:solidFill>
                <a:latin typeface="Segoe UI"/>
                <a:ea typeface="Segoe UI"/>
                <a:cs typeface="Segoe UI"/>
              </a:defRPr>
            </a:defPPr>
          </a:lstStyle>
          <a:p xmlns:a="http://schemas.openxmlformats.org/drawingml/2006/main">
            <a:pPr>
              <a:defRPr sz="2175" b="0">
                <a:solidFill>
                  <a:srgbClr val="76D4BF"/>
                </a:solidFill>
                <a:latin typeface="Segoe UI"/>
                <a:ea typeface="Segoe UI"/>
                <a:cs typeface="Segoe UI"/>
              </a:defRPr>
            </a:pPr>
            <a:r>
              <a:rPr sz="2175" b="0">
                <a:solidFill>
                  <a:srgbClr val="76D4BF"/>
                </a:solidFill>
                <a:latin typeface="Segoe UI"/>
                <a:ea typeface="Segoe UI"/>
                <a:cs typeface="Segoe UI"/>
              </a:rPr>
              <a:t>→</a:t>
            </a:r>
          </a:p>
        </p:txBody>
      </p:sp>
      <p:sp>
        <p:nvSpPr>
          <p:cNvPr id="13" name="">
            <a:extLst xmlns:a="http://schemas.openxmlformats.org/drawingml/2006/main">
              <a:ext uri="{FF2B5EF4-FFF2-40B4-BE49-F238E27FC236}">
                <a16:creationId xmlns:a16="http://schemas.microsoft.com/office/drawing/2014/main" id="{149A2DF3-C165-493F-B7E6-472A63217277}"/>
              </a:ext>
            </a:extLst>
          </p:cNvPr>
          <p:cNvSpPr>
            <a:spLocks xmlns:a="http://schemas.openxmlformats.org/drawingml/2006/main" noGrp="1"/>
          </p:cNvSpPr>
          <p:nvPr/>
        </p:nvSpPr>
        <p:spPr>
          <a:xfrm xmlns:a="http://schemas.openxmlformats.org/drawingml/2006/main">
            <a:off x="8210550" y="2124075"/>
            <a:ext cx="3476625" cy="1104900"/>
          </a:xfrm>
          <a:prstGeom xmlns:a="http://schemas.openxmlformats.org/drawingml/2006/main" prst="roundRect">
            <a:avLst>
              <a:gd name="adj" fmla="val 6897"/>
            </a:avLst>
          </a:prstGeom>
          <a:solidFill xmlns:a="http://schemas.openxmlformats.org/drawingml/2006/main">
            <a:srgbClr val="1C435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F63860C-D165-4726-900D-6EFFA45CEBDA}"/>
              </a:ext>
            </a:extLst>
          </p:cNvPr>
          <p:cNvSpPr>
            <a:spLocks xmlns:a="http://schemas.openxmlformats.org/drawingml/2006/main" noGrp="1"/>
          </p:cNvSpPr>
          <p:nvPr/>
        </p:nvSpPr>
        <p:spPr>
          <a:xfrm xmlns:a="http://schemas.openxmlformats.org/drawingml/2006/main">
            <a:off x="8353425" y="2266950"/>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latin typeface="Segoe UI"/>
                <a:ea typeface="Segoe UI"/>
                <a:cs typeface="Segoe UI"/>
              </a:defRPr>
            </a:defPPr>
          </a:lstStyle>
          <a:p xmlns:a="http://schemas.openxmlformats.org/drawingml/2006/main">
            <a:pPr>
              <a:defRPr sz="2175" b="1">
                <a:solidFill>
                  <a:srgbClr val="FFFFFF"/>
                </a:solidFill>
                <a:latin typeface="Segoe UI"/>
                <a:ea typeface="Segoe UI"/>
                <a:cs typeface="Segoe UI"/>
              </a:defRPr>
            </a:pPr>
            <a:r>
              <a:rPr sz="2175" b="1">
                <a:solidFill>
                  <a:srgbClr val="FFFFFF"/>
                </a:solidFill>
                <a:latin typeface="Segoe UI"/>
                <a:ea typeface="Segoe UI"/>
                <a:cs typeface="Segoe UI"/>
              </a:rPr>
              <a:t>Persistent records</a:t>
            </a:r>
          </a:p>
        </p:txBody>
      </p:sp>
      <p:sp>
        <p:nvSpPr>
          <p:cNvPr id="15" name="">
            <a:extLst xmlns:a="http://schemas.openxmlformats.org/drawingml/2006/main">
              <a:ext uri="{FF2B5EF4-FFF2-40B4-BE49-F238E27FC236}">
                <a16:creationId xmlns:a16="http://schemas.microsoft.com/office/drawing/2014/main" id="{B1D51B26-8F25-488C-9E0B-0CF063388F38}"/>
              </a:ext>
            </a:extLst>
          </p:cNvPr>
          <p:cNvSpPr>
            <a:spLocks xmlns:a="http://schemas.openxmlformats.org/drawingml/2006/main" noGrp="1"/>
          </p:cNvSpPr>
          <p:nvPr/>
        </p:nvSpPr>
        <p:spPr>
          <a:xfrm xmlns:a="http://schemas.openxmlformats.org/drawingml/2006/main">
            <a:off x="8353425" y="2752725"/>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ED5DB"/>
                </a:solidFill>
                <a:latin typeface="Segoe UI"/>
                <a:ea typeface="Segoe UI"/>
                <a:cs typeface="Segoe UI"/>
              </a:defRPr>
            </a:defPPr>
          </a:lstStyle>
          <a:p xmlns:a="http://schemas.openxmlformats.org/drawingml/2006/main">
            <a:pPr>
              <a:defRPr sz="1650" b="0">
                <a:solidFill>
                  <a:srgbClr val="BED5DB"/>
                </a:solidFill>
                <a:latin typeface="Segoe UI"/>
                <a:ea typeface="Segoe UI"/>
                <a:cs typeface="Segoe UI"/>
              </a:defRPr>
            </a:pPr>
            <a:r>
              <a:rPr sz="1650" b="0">
                <a:solidFill>
                  <a:srgbClr val="BED5DB"/>
                </a:solidFill>
                <a:latin typeface="Segoe UI"/>
                <a:ea typeface="Segoe UI"/>
                <a:cs typeface="Segoe UI"/>
              </a:rPr>
              <a:t>SQLite: responses and plans</a:t>
            </a:r>
          </a:p>
        </p:txBody>
      </p:sp>
      <p:sp>
        <p:nvSpPr>
          <p:cNvPr id="16" name="">
            <a:extLst xmlns:a="http://schemas.openxmlformats.org/drawingml/2006/main">
              <a:ext uri="{FF2B5EF4-FFF2-40B4-BE49-F238E27FC236}">
                <a16:creationId xmlns:a16="http://schemas.microsoft.com/office/drawing/2014/main" id="{7F7C4BF8-EBBB-47BB-A381-580A652879C1}"/>
              </a:ext>
            </a:extLst>
          </p:cNvPr>
          <p:cNvSpPr>
            <a:spLocks xmlns:a="http://schemas.openxmlformats.org/drawingml/2006/main" noGrp="1"/>
          </p:cNvSpPr>
          <p:nvPr/>
        </p:nvSpPr>
        <p:spPr>
          <a:xfrm xmlns:a="http://schemas.openxmlformats.org/drawingml/2006/main">
            <a:off x="590550" y="3476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76D4BF"/>
                </a:solidFill>
                <a:latin typeface="Segoe UI"/>
                <a:ea typeface="Segoe UI"/>
                <a:cs typeface="Segoe UI"/>
              </a:defRPr>
            </a:defPPr>
          </a:lstStyle>
          <a:p xmlns:a="http://schemas.openxmlformats.org/drawingml/2006/main">
            <a:pPr>
              <a:defRPr sz="2100" b="1">
                <a:solidFill>
                  <a:srgbClr val="76D4BF"/>
                </a:solidFill>
                <a:latin typeface="Segoe UI"/>
                <a:ea typeface="Segoe UI"/>
                <a:cs typeface="Segoe UI"/>
              </a:defRPr>
            </a:pPr>
            <a:r>
              <a:rPr sz="2100" b="1">
                <a:solidFill>
                  <a:srgbClr val="76D4BF"/>
                </a:solidFill>
                <a:latin typeface="Segoe UI"/>
                <a:ea typeface="Segoe UI"/>
                <a:cs typeface="Segoe UI"/>
              </a:rPr>
              <a:t>Validate request → save response → calculate evidence → return next action</a:t>
            </a:r>
          </a:p>
        </p:txBody>
      </p:sp>
      <p:sp>
        <p:nvSpPr>
          <p:cNvPr id="17" name="">
            <a:extLst xmlns:a="http://schemas.openxmlformats.org/drawingml/2006/main">
              <a:ext uri="{FF2B5EF4-FFF2-40B4-BE49-F238E27FC236}">
                <a16:creationId xmlns:a16="http://schemas.microsoft.com/office/drawing/2014/main" id="{F09FC851-6C44-4B3A-828E-3E2E07952F01}"/>
              </a:ext>
            </a:extLst>
          </p:cNvPr>
          <p:cNvSpPr>
            <a:spLocks xmlns:a="http://schemas.openxmlformats.org/drawingml/2006/main" noGrp="1"/>
          </p:cNvSpPr>
          <p:nvPr/>
        </p:nvSpPr>
        <p:spPr>
          <a:xfrm xmlns:a="http://schemas.openxmlformats.org/drawingml/2006/main">
            <a:off x="590550" y="4410075"/>
            <a:ext cx="3476625" cy="1133475"/>
          </a:xfrm>
          <a:prstGeom xmlns:a="http://schemas.openxmlformats.org/drawingml/2006/main" prst="roundRect">
            <a:avLst>
              <a:gd name="adj" fmla="val 6723"/>
            </a:avLst>
          </a:prstGeom>
          <a:solidFill xmlns:a="http://schemas.openxmlformats.org/drawingml/2006/main">
            <a:srgbClr val="1C435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9AD86F1-6343-40A0-AB8C-6D7AF41EC67F}"/>
              </a:ext>
            </a:extLst>
          </p:cNvPr>
          <p:cNvSpPr>
            <a:spLocks xmlns:a="http://schemas.openxmlformats.org/drawingml/2006/main" noGrp="1"/>
          </p:cNvSpPr>
          <p:nvPr/>
        </p:nvSpPr>
        <p:spPr>
          <a:xfrm xmlns:a="http://schemas.openxmlformats.org/drawingml/2006/main">
            <a:off x="733425" y="4552950"/>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Segoe UI"/>
                <a:ea typeface="Segoe UI"/>
                <a:cs typeface="Segoe UI"/>
              </a:defRPr>
            </a:defPPr>
          </a:lstStyle>
          <a:p xmlns:a="http://schemas.openxmlformats.org/drawingml/2006/main">
            <a:pPr>
              <a:defRPr sz="2100" b="1">
                <a:solidFill>
                  <a:srgbClr val="FFFFFF"/>
                </a:solidFill>
                <a:latin typeface="Segoe UI"/>
                <a:ea typeface="Segoe UI"/>
                <a:cs typeface="Segoe UI"/>
              </a:defRPr>
            </a:pPr>
            <a:r>
              <a:rPr sz="2100" b="1">
                <a:solidFill>
                  <a:srgbClr val="FFFFFF"/>
                </a:solidFill>
                <a:latin typeface="Segoe UI"/>
                <a:ea typeface="Segoe UI"/>
                <a:cs typeface="Segoe UI"/>
              </a:rPr>
              <a:t>Rules engine</a:t>
            </a:r>
          </a:p>
        </p:txBody>
      </p:sp>
      <p:sp>
        <p:nvSpPr>
          <p:cNvPr id="19" name="">
            <a:extLst xmlns:a="http://schemas.openxmlformats.org/drawingml/2006/main">
              <a:ext uri="{FF2B5EF4-FFF2-40B4-BE49-F238E27FC236}">
                <a16:creationId xmlns:a16="http://schemas.microsoft.com/office/drawing/2014/main" id="{5F073AF8-548A-490F-A2B5-19F167DCA762}"/>
              </a:ext>
            </a:extLst>
          </p:cNvPr>
          <p:cNvSpPr>
            <a:spLocks xmlns:a="http://schemas.openxmlformats.org/drawingml/2006/main" noGrp="1"/>
          </p:cNvSpPr>
          <p:nvPr/>
        </p:nvSpPr>
        <p:spPr>
          <a:xfrm xmlns:a="http://schemas.openxmlformats.org/drawingml/2006/main">
            <a:off x="733425" y="5029200"/>
            <a:ext cx="32099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ED5DB"/>
                </a:solidFill>
                <a:latin typeface="Segoe UI"/>
                <a:ea typeface="Segoe UI"/>
                <a:cs typeface="Segoe UI"/>
              </a:defRPr>
            </a:defPPr>
          </a:lstStyle>
          <a:p xmlns:a="http://schemas.openxmlformats.org/drawingml/2006/main">
            <a:pPr>
              <a:defRPr sz="1650" b="0">
                <a:solidFill>
                  <a:srgbClr val="BED5DB"/>
                </a:solidFill>
                <a:latin typeface="Segoe UI"/>
                <a:ea typeface="Segoe UI"/>
                <a:cs typeface="Segoe UI"/>
              </a:defRPr>
            </a:pPr>
            <a:r>
              <a:rPr sz="1650" b="0">
                <a:solidFill>
                  <a:srgbClr val="BED5DB"/>
                </a:solidFill>
                <a:latin typeface="Segoe UI"/>
                <a:ea typeface="Segoe UI"/>
                <a:cs typeface="Segoe UI"/>
              </a:rPr>
              <a:t>Concept estimate, priority, grading</a:t>
            </a:r>
          </a:p>
        </p:txBody>
      </p:sp>
      <p:sp>
        <p:nvSpPr>
          <p:cNvPr id="20" name="">
            <a:extLst xmlns:a="http://schemas.openxmlformats.org/drawingml/2006/main">
              <a:ext uri="{FF2B5EF4-FFF2-40B4-BE49-F238E27FC236}">
                <a16:creationId xmlns:a16="http://schemas.microsoft.com/office/drawing/2014/main" id="{E701A947-F2F4-4738-9090-342264FD7606}"/>
              </a:ext>
            </a:extLst>
          </p:cNvPr>
          <p:cNvSpPr>
            <a:spLocks xmlns:a="http://schemas.openxmlformats.org/drawingml/2006/main" noGrp="1"/>
          </p:cNvSpPr>
          <p:nvPr/>
        </p:nvSpPr>
        <p:spPr>
          <a:xfrm xmlns:a="http://schemas.openxmlformats.org/drawingml/2006/main">
            <a:off x="4400550" y="4410075"/>
            <a:ext cx="3476625" cy="1133475"/>
          </a:xfrm>
          <a:prstGeom xmlns:a="http://schemas.openxmlformats.org/drawingml/2006/main" prst="roundRect">
            <a:avLst>
              <a:gd name="adj" fmla="val 6723"/>
            </a:avLst>
          </a:prstGeom>
          <a:solidFill xmlns:a="http://schemas.openxmlformats.org/drawingml/2006/main">
            <a:srgbClr val="1C435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527BF25-19C9-498C-ADBB-942625DCE0EC}"/>
              </a:ext>
            </a:extLst>
          </p:cNvPr>
          <p:cNvSpPr>
            <a:spLocks xmlns:a="http://schemas.openxmlformats.org/drawingml/2006/main" noGrp="1"/>
          </p:cNvSpPr>
          <p:nvPr/>
        </p:nvSpPr>
        <p:spPr>
          <a:xfrm xmlns:a="http://schemas.openxmlformats.org/drawingml/2006/main">
            <a:off x="4543425" y="4552950"/>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Segoe UI"/>
                <a:ea typeface="Segoe UI"/>
                <a:cs typeface="Segoe UI"/>
              </a:defRPr>
            </a:defPPr>
          </a:lstStyle>
          <a:p xmlns:a="http://schemas.openxmlformats.org/drawingml/2006/main">
            <a:pPr>
              <a:defRPr sz="2100" b="1">
                <a:solidFill>
                  <a:srgbClr val="FFFFFF"/>
                </a:solidFill>
                <a:latin typeface="Segoe UI"/>
                <a:ea typeface="Segoe UI"/>
                <a:cs typeface="Segoe UI"/>
              </a:defRPr>
            </a:pPr>
            <a:r>
              <a:rPr sz="2100" b="1">
                <a:solidFill>
                  <a:srgbClr val="FFFFFF"/>
                </a:solidFill>
                <a:latin typeface="Segoe UI"/>
                <a:ea typeface="Segoe UI"/>
                <a:cs typeface="Segoe UI"/>
              </a:rPr>
              <a:t>Content library</a:t>
            </a:r>
          </a:p>
        </p:txBody>
      </p:sp>
      <p:sp>
        <p:nvSpPr>
          <p:cNvPr id="22" name="">
            <a:extLst xmlns:a="http://schemas.openxmlformats.org/drawingml/2006/main">
              <a:ext uri="{FF2B5EF4-FFF2-40B4-BE49-F238E27FC236}">
                <a16:creationId xmlns:a16="http://schemas.microsoft.com/office/drawing/2014/main" id="{616EB42B-6C27-4461-A935-47D80C207D69}"/>
              </a:ext>
            </a:extLst>
          </p:cNvPr>
          <p:cNvSpPr>
            <a:spLocks xmlns:a="http://schemas.openxmlformats.org/drawingml/2006/main" noGrp="1"/>
          </p:cNvSpPr>
          <p:nvPr/>
        </p:nvSpPr>
        <p:spPr>
          <a:xfrm xmlns:a="http://schemas.openxmlformats.org/drawingml/2006/main">
            <a:off x="4543425" y="5029200"/>
            <a:ext cx="32099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ED5DB"/>
                </a:solidFill>
                <a:latin typeface="Segoe UI"/>
                <a:ea typeface="Segoe UI"/>
                <a:cs typeface="Segoe UI"/>
              </a:defRPr>
            </a:defPPr>
          </a:lstStyle>
          <a:p xmlns:a="http://schemas.openxmlformats.org/drawingml/2006/main">
            <a:pPr>
              <a:defRPr sz="1650" b="0">
                <a:solidFill>
                  <a:srgbClr val="BED5DB"/>
                </a:solidFill>
                <a:latin typeface="Segoe UI"/>
                <a:ea typeface="Segoe UI"/>
                <a:cs typeface="Segoe UI"/>
              </a:defRPr>
            </a:pPr>
            <a:r>
              <a:rPr sz="1650" b="0">
                <a:solidFill>
                  <a:srgbClr val="BED5DB"/>
                </a:solidFill>
                <a:latin typeface="Segoe UI"/>
                <a:ea typeface="Segoe UI"/>
                <a:cs typeface="Segoe UI"/>
              </a:rPr>
              <a:t>Reviewed lessons and answer keys</a:t>
            </a:r>
          </a:p>
        </p:txBody>
      </p:sp>
      <p:sp>
        <p:nvSpPr>
          <p:cNvPr id="23" name="">
            <a:extLst xmlns:a="http://schemas.openxmlformats.org/drawingml/2006/main">
              <a:ext uri="{FF2B5EF4-FFF2-40B4-BE49-F238E27FC236}">
                <a16:creationId xmlns:a16="http://schemas.microsoft.com/office/drawing/2014/main" id="{877AA204-0A34-44FA-9456-7C934A482E6D}"/>
              </a:ext>
            </a:extLst>
          </p:cNvPr>
          <p:cNvSpPr>
            <a:spLocks xmlns:a="http://schemas.openxmlformats.org/drawingml/2006/main" noGrp="1"/>
          </p:cNvSpPr>
          <p:nvPr/>
        </p:nvSpPr>
        <p:spPr>
          <a:xfrm xmlns:a="http://schemas.openxmlformats.org/drawingml/2006/main">
            <a:off x="8210550" y="4410075"/>
            <a:ext cx="3476625" cy="1133475"/>
          </a:xfrm>
          <a:prstGeom xmlns:a="http://schemas.openxmlformats.org/drawingml/2006/main" prst="roundRect">
            <a:avLst>
              <a:gd name="adj" fmla="val 6723"/>
            </a:avLst>
          </a:prstGeom>
          <a:solidFill xmlns:a="http://schemas.openxmlformats.org/drawingml/2006/main">
            <a:srgbClr val="1C435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F1980B2-5AB3-48BA-999A-A4B99FD06C52}"/>
              </a:ext>
            </a:extLst>
          </p:cNvPr>
          <p:cNvSpPr>
            <a:spLocks xmlns:a="http://schemas.openxmlformats.org/drawingml/2006/main" noGrp="1"/>
          </p:cNvSpPr>
          <p:nvPr/>
        </p:nvSpPr>
        <p:spPr>
          <a:xfrm xmlns:a="http://schemas.openxmlformats.org/drawingml/2006/main">
            <a:off x="8353425" y="4552950"/>
            <a:ext cx="3209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Segoe UI"/>
                <a:ea typeface="Segoe UI"/>
                <a:cs typeface="Segoe UI"/>
              </a:defRPr>
            </a:defPPr>
          </a:lstStyle>
          <a:p xmlns:a="http://schemas.openxmlformats.org/drawingml/2006/main">
            <a:pPr>
              <a:defRPr sz="2100" b="1">
                <a:solidFill>
                  <a:srgbClr val="FFFFFF"/>
                </a:solidFill>
                <a:latin typeface="Segoe UI"/>
                <a:ea typeface="Segoe UI"/>
                <a:cs typeface="Segoe UI"/>
              </a:defRPr>
            </a:pPr>
            <a:r>
              <a:rPr sz="2100" b="1">
                <a:solidFill>
                  <a:srgbClr val="FFFFFF"/>
                </a:solidFill>
                <a:latin typeface="Segoe UI"/>
                <a:ea typeface="Segoe UI"/>
                <a:cs typeface="Segoe UI"/>
              </a:rPr>
              <a:t>Optional AI service</a:t>
            </a:r>
          </a:p>
        </p:txBody>
      </p:sp>
      <p:sp>
        <p:nvSpPr>
          <p:cNvPr id="25" name="">
            <a:extLst xmlns:a="http://schemas.openxmlformats.org/drawingml/2006/main">
              <a:ext uri="{FF2B5EF4-FFF2-40B4-BE49-F238E27FC236}">
                <a16:creationId xmlns:a16="http://schemas.microsoft.com/office/drawing/2014/main" id="{A1098754-3F0B-4CCA-8135-23C83E75C19B}"/>
              </a:ext>
            </a:extLst>
          </p:cNvPr>
          <p:cNvSpPr>
            <a:spLocks xmlns:a="http://schemas.openxmlformats.org/drawingml/2006/main" noGrp="1"/>
          </p:cNvSpPr>
          <p:nvPr/>
        </p:nvSpPr>
        <p:spPr>
          <a:xfrm xmlns:a="http://schemas.openxmlformats.org/drawingml/2006/main">
            <a:off x="8353425" y="5029200"/>
            <a:ext cx="32099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ED5DB"/>
                </a:solidFill>
                <a:latin typeface="Segoe UI"/>
                <a:ea typeface="Segoe UI"/>
                <a:cs typeface="Segoe UI"/>
              </a:defRPr>
            </a:defPPr>
          </a:lstStyle>
          <a:p xmlns:a="http://schemas.openxmlformats.org/drawingml/2006/main">
            <a:pPr>
              <a:defRPr sz="1650" b="0">
                <a:solidFill>
                  <a:srgbClr val="BED5DB"/>
                </a:solidFill>
                <a:latin typeface="Segoe UI"/>
                <a:ea typeface="Segoe UI"/>
                <a:cs typeface="Segoe UI"/>
              </a:defRPr>
            </a:pPr>
            <a:r>
              <a:rPr sz="1650" b="0">
                <a:solidFill>
                  <a:srgbClr val="BED5DB"/>
                </a:solidFill>
                <a:latin typeface="Segoe UI"/>
                <a:ea typeface="Segoe UI"/>
                <a:cs typeface="Segoe UI"/>
              </a:rPr>
              <a:t>Contextual explanation via Gemini</a:t>
            </a:r>
          </a:p>
        </p:txBody>
      </p:sp>
    </p:spTree>
    <p:extLst>
      <p:ext uri="{BB962C8B-B14F-4D97-AF65-F5344CB8AC3E}">
        <p14:creationId xmlns:p14="http://schemas.microsoft.com/office/powerpoint/2010/main" val="1882919208"/>
      </p:ext>
    </p:extLst>
  </p:cSld>
</p:sld>
</file>

<file path=ppt/slides/slide7.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9201C2A-8DB2-4342-B211-F64F3889477D}"/>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60AC0F-B7AE-48B7-9E23-CEA6F6E421E0}"/>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193846"/>
                </a:solidFill>
                <a:latin typeface="Segoe UI"/>
                <a:ea typeface="Segoe UI"/>
                <a:cs typeface="Segoe UI"/>
              </a:defRPr>
            </a:defPPr>
          </a:lstStyle>
          <a:p xmlns:a="http://schemas.openxmlformats.org/drawingml/2006/main">
            <a:pPr>
              <a:defRPr sz="3825" b="1">
                <a:solidFill>
                  <a:srgbClr val="193846"/>
                </a:solidFill>
                <a:latin typeface="Segoe UI"/>
                <a:ea typeface="Segoe UI"/>
                <a:cs typeface="Segoe UI"/>
              </a:defRPr>
            </a:pPr>
            <a:r>
              <a:rPr sz="3825" b="1">
                <a:solidFill>
                  <a:srgbClr val="193846"/>
                </a:solidFill>
                <a:latin typeface="Segoe UI"/>
                <a:ea typeface="Segoe UI"/>
                <a:cs typeface="Segoe UI"/>
              </a:rPr>
              <a:t>Where AI adds value</a:t>
            </a:r>
          </a:p>
        </p:txBody>
      </p:sp>
      <p:sp>
        <p:nvSpPr>
          <p:cNvPr id="3" name="">
            <a:extLst xmlns:a="http://schemas.openxmlformats.org/drawingml/2006/main">
              <a:ext uri="{FF2B5EF4-FFF2-40B4-BE49-F238E27FC236}">
                <a16:creationId xmlns:a16="http://schemas.microsoft.com/office/drawing/2014/main" id="{D004DBCB-B839-4AF8-A799-2335E7F202C6}"/>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F7885"/>
                </a:solidFill>
                <a:latin typeface="Segoe UI"/>
                <a:ea typeface="Segoe UI"/>
                <a:cs typeface="Segoe UI"/>
              </a:defRPr>
            </a:defPPr>
          </a:lstStyle>
          <a:p xmlns:a="http://schemas.openxmlformats.org/drawingml/2006/main">
            <a:pPr>
              <a:defRPr sz="1350" b="1">
                <a:solidFill>
                  <a:srgbClr val="5F7885"/>
                </a:solidFill>
                <a:latin typeface="Segoe UI"/>
                <a:ea typeface="Segoe UI"/>
                <a:cs typeface="Segoe UI"/>
              </a:defRPr>
            </a:pPr>
            <a:r>
              <a:rPr sz="1350" b="1">
                <a:solidFill>
                  <a:srgbClr val="5F7885"/>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B3CB1417-4602-4EDF-86E4-83FE226C3C82}"/>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F7885"/>
                </a:solidFill>
                <a:latin typeface="Segoe UI"/>
                <a:ea typeface="Segoe UI"/>
                <a:cs typeface="Segoe UI"/>
              </a:defRPr>
            </a:defPPr>
          </a:lstStyle>
          <a:p xmlns:a="http://schemas.openxmlformats.org/drawingml/2006/main">
            <a:pPr>
              <a:defRPr sz="1350" b="0">
                <a:solidFill>
                  <a:srgbClr val="5F7885"/>
                </a:solidFill>
                <a:latin typeface="Segoe UI"/>
                <a:ea typeface="Segoe UI"/>
                <a:cs typeface="Segoe UI"/>
              </a:defRPr>
            </a:pPr>
            <a:r>
              <a:rPr sz="1350" b="0">
                <a:solidFill>
                  <a:srgbClr val="5F7885"/>
                </a:solidFill>
                <a:latin typeface="Segoe UI"/>
                <a:ea typeface="Segoe UI"/>
                <a:cs typeface="Segoe UI"/>
              </a:rPr>
              <a:t>07</a:t>
            </a:r>
          </a:p>
        </p:txBody>
      </p:sp>
      <p:sp>
        <p:nvSpPr>
          <p:cNvPr id="5" name="">
            <a:extLst xmlns:a="http://schemas.openxmlformats.org/drawingml/2006/main">
              <a:ext uri="{FF2B5EF4-FFF2-40B4-BE49-F238E27FC236}">
                <a16:creationId xmlns:a16="http://schemas.microsoft.com/office/drawing/2014/main" id="{82397FCE-4FAB-4F32-A726-C16F852421E7}"/>
              </a:ext>
            </a:extLst>
          </p:cNvPr>
          <p:cNvSpPr>
            <a:spLocks xmlns:a="http://schemas.openxmlformats.org/drawingml/2006/main" noGrp="1"/>
          </p:cNvSpPr>
          <p:nvPr/>
        </p:nvSpPr>
        <p:spPr>
          <a:xfrm xmlns:a="http://schemas.openxmlformats.org/drawingml/2006/main">
            <a:off x="5905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A675669-FEBD-4A78-9323-2C7BC69C9103}"/>
              </a:ext>
            </a:extLst>
          </p:cNvPr>
          <p:cNvSpPr>
            <a:spLocks xmlns:a="http://schemas.openxmlformats.org/drawingml/2006/main" noGrp="1"/>
          </p:cNvSpPr>
          <p:nvPr/>
        </p:nvSpPr>
        <p:spPr>
          <a:xfrm xmlns:a="http://schemas.openxmlformats.org/drawingml/2006/main">
            <a:off x="590550" y="25527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Ground the explanation</a:t>
            </a:r>
          </a:p>
        </p:txBody>
      </p:sp>
      <p:sp>
        <p:nvSpPr>
          <p:cNvPr id="7" name="">
            <a:extLst xmlns:a="http://schemas.openxmlformats.org/drawingml/2006/main">
              <a:ext uri="{FF2B5EF4-FFF2-40B4-BE49-F238E27FC236}">
                <a16:creationId xmlns:a16="http://schemas.microsoft.com/office/drawing/2014/main" id="{5935F45E-D2AE-4F61-BB25-E51B6598C791}"/>
              </a:ext>
            </a:extLst>
          </p:cNvPr>
          <p:cNvSpPr>
            <a:spLocks xmlns:a="http://schemas.openxmlformats.org/drawingml/2006/main" noGrp="1"/>
          </p:cNvSpPr>
          <p:nvPr/>
        </p:nvSpPr>
        <p:spPr>
          <a:xfrm xmlns:a="http://schemas.openxmlformats.org/drawingml/2006/main">
            <a:off x="590550" y="3324225"/>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Use the selected concept and reviewed teaching material as model context.</a:t>
            </a:r>
          </a:p>
        </p:txBody>
      </p:sp>
      <p:sp>
        <p:nvSpPr>
          <p:cNvPr id="8" name="">
            <a:extLst xmlns:a="http://schemas.openxmlformats.org/drawingml/2006/main">
              <a:ext uri="{FF2B5EF4-FFF2-40B4-BE49-F238E27FC236}">
                <a16:creationId xmlns:a16="http://schemas.microsoft.com/office/drawing/2014/main" id="{E139D094-A192-45C4-A378-A35C802427E6}"/>
              </a:ext>
            </a:extLst>
          </p:cNvPr>
          <p:cNvSpPr>
            <a:spLocks xmlns:a="http://schemas.openxmlformats.org/drawingml/2006/main" noGrp="1"/>
          </p:cNvSpPr>
          <p:nvPr/>
        </p:nvSpPr>
        <p:spPr>
          <a:xfrm xmlns:a="http://schemas.openxmlformats.org/drawingml/2006/main">
            <a:off x="44386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49E3A3A-3D18-4DD6-81E6-114E91C52857}"/>
              </a:ext>
            </a:extLst>
          </p:cNvPr>
          <p:cNvSpPr>
            <a:spLocks xmlns:a="http://schemas.openxmlformats.org/drawingml/2006/main" noGrp="1"/>
          </p:cNvSpPr>
          <p:nvPr/>
        </p:nvSpPr>
        <p:spPr>
          <a:xfrm xmlns:a="http://schemas.openxmlformats.org/drawingml/2006/main">
            <a:off x="4438650" y="25527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Adapt the wording</a:t>
            </a:r>
          </a:p>
        </p:txBody>
      </p:sp>
      <p:sp>
        <p:nvSpPr>
          <p:cNvPr id="10" name="">
            <a:extLst xmlns:a="http://schemas.openxmlformats.org/drawingml/2006/main">
              <a:ext uri="{FF2B5EF4-FFF2-40B4-BE49-F238E27FC236}">
                <a16:creationId xmlns:a16="http://schemas.microsoft.com/office/drawing/2014/main" id="{0677953F-FABF-4DBC-BCC2-AC3F11E4288C}"/>
              </a:ext>
            </a:extLst>
          </p:cNvPr>
          <p:cNvSpPr>
            <a:spLocks xmlns:a="http://schemas.openxmlformats.org/drawingml/2006/main" noGrp="1"/>
          </p:cNvSpPr>
          <p:nvPr/>
        </p:nvSpPr>
        <p:spPr>
          <a:xfrm xmlns:a="http://schemas.openxmlformats.org/drawingml/2006/main">
            <a:off x="4438650" y="3324225"/>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Request a structured explanation with steps, a takeaway, and a source identifier.</a:t>
            </a:r>
          </a:p>
        </p:txBody>
      </p:sp>
      <p:sp>
        <p:nvSpPr>
          <p:cNvPr id="11" name="">
            <a:extLst xmlns:a="http://schemas.openxmlformats.org/drawingml/2006/main">
              <a:ext uri="{FF2B5EF4-FFF2-40B4-BE49-F238E27FC236}">
                <a16:creationId xmlns:a16="http://schemas.microsoft.com/office/drawing/2014/main" id="{E0751CC6-974D-4081-83F1-7CB24277DD4F}"/>
              </a:ext>
            </a:extLst>
          </p:cNvPr>
          <p:cNvSpPr>
            <a:spLocks xmlns:a="http://schemas.openxmlformats.org/drawingml/2006/main" noGrp="1"/>
          </p:cNvSpPr>
          <p:nvPr/>
        </p:nvSpPr>
        <p:spPr>
          <a:xfrm xmlns:a="http://schemas.openxmlformats.org/drawingml/2006/main">
            <a:off x="82867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B136CA-6164-47FA-92AC-1801DD12433B}"/>
              </a:ext>
            </a:extLst>
          </p:cNvPr>
          <p:cNvSpPr>
            <a:spLocks xmlns:a="http://schemas.openxmlformats.org/drawingml/2006/main" noGrp="1"/>
          </p:cNvSpPr>
          <p:nvPr/>
        </p:nvSpPr>
        <p:spPr>
          <a:xfrm xmlns:a="http://schemas.openxmlformats.org/drawingml/2006/main">
            <a:off x="8286750" y="25527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Validate and retain</a:t>
            </a:r>
          </a:p>
        </p:txBody>
      </p:sp>
      <p:sp>
        <p:nvSpPr>
          <p:cNvPr id="13" name="">
            <a:extLst xmlns:a="http://schemas.openxmlformats.org/drawingml/2006/main">
              <a:ext uri="{FF2B5EF4-FFF2-40B4-BE49-F238E27FC236}">
                <a16:creationId xmlns:a16="http://schemas.microsoft.com/office/drawing/2014/main" id="{08FD1E55-E92D-47BC-980B-555A5611570B}"/>
              </a:ext>
            </a:extLst>
          </p:cNvPr>
          <p:cNvSpPr>
            <a:spLocks xmlns:a="http://schemas.openxmlformats.org/drawingml/2006/main" noGrp="1"/>
          </p:cNvSpPr>
          <p:nvPr/>
        </p:nvSpPr>
        <p:spPr>
          <a:xfrm xmlns:a="http://schemas.openxmlformats.org/drawingml/2006/main">
            <a:off x="8286750" y="3324225"/>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Check structure and source identifiers; keep the reviewed lesson available.</a:t>
            </a:r>
          </a:p>
        </p:txBody>
      </p:sp>
      <p:sp>
        <p:nvSpPr>
          <p:cNvPr id="14" name="">
            <a:extLst xmlns:a="http://schemas.openxmlformats.org/drawingml/2006/main">
              <a:ext uri="{FF2B5EF4-FFF2-40B4-BE49-F238E27FC236}">
                <a16:creationId xmlns:a16="http://schemas.microsoft.com/office/drawing/2014/main" id="{E526D420-61B8-4283-A5D0-9763C82ABC95}"/>
              </a:ext>
            </a:extLst>
          </p:cNvPr>
          <p:cNvSpPr>
            <a:spLocks xmlns:a="http://schemas.openxmlformats.org/drawingml/2006/main" noGrp="1"/>
          </p:cNvSpPr>
          <p:nvPr/>
        </p:nvSpPr>
        <p:spPr>
          <a:xfrm xmlns:a="http://schemas.openxmlformats.org/drawingml/2006/main">
            <a:off x="590550" y="544830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7E77"/>
                </a:solidFill>
                <a:latin typeface="Segoe UI"/>
                <a:ea typeface="Segoe UI"/>
                <a:cs typeface="Segoe UI"/>
              </a:defRPr>
            </a:defPPr>
          </a:lstStyle>
          <a:p xmlns:a="http://schemas.openxmlformats.org/drawingml/2006/main">
            <a:pPr>
              <a:defRPr sz="2250" b="1">
                <a:solidFill>
                  <a:srgbClr val="007E77"/>
                </a:solidFill>
                <a:latin typeface="Segoe UI"/>
                <a:ea typeface="Segoe UI"/>
                <a:cs typeface="Segoe UI"/>
              </a:defRPr>
            </a:pPr>
            <a:r>
              <a:rPr sz="2250" b="1">
                <a:solidFill>
                  <a:srgbClr val="007E77"/>
                </a:solidFill>
                <a:latin typeface="Segoe UI"/>
                <a:ea typeface="Segoe UI"/>
                <a:cs typeface="Segoe UI"/>
              </a:rPr>
              <a:t>Optional generation enriches teaching. Reviewed keys determine correctness.</a:t>
            </a:r>
          </a:p>
        </p:txBody>
      </p:sp>
    </p:spTree>
    <p:extLst>
      <p:ext uri="{BB962C8B-B14F-4D97-AF65-F5344CB8AC3E}">
        <p14:creationId xmlns:p14="http://schemas.microsoft.com/office/powerpoint/2010/main" val="1745485492"/>
      </p:ext>
    </p:extLst>
  </p:cSld>
</p:sld>
</file>

<file path=ppt/slides/slide8.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1EA13C4-B84A-421C-BE87-62D0883B9E3D}"/>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4FC969-D9A7-45DC-AB49-7B8F9FCC93EA}"/>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193846"/>
                </a:solidFill>
                <a:latin typeface="Segoe UI"/>
                <a:ea typeface="Segoe UI"/>
                <a:cs typeface="Segoe UI"/>
              </a:defRPr>
            </a:defPPr>
          </a:lstStyle>
          <a:p xmlns:a="http://schemas.openxmlformats.org/drawingml/2006/main">
            <a:pPr>
              <a:defRPr sz="3825" b="1">
                <a:solidFill>
                  <a:srgbClr val="193846"/>
                </a:solidFill>
                <a:latin typeface="Segoe UI"/>
                <a:ea typeface="Segoe UI"/>
                <a:cs typeface="Segoe UI"/>
              </a:defRPr>
            </a:pPr>
            <a:r>
              <a:rPr sz="3825" b="1">
                <a:solidFill>
                  <a:srgbClr val="193846"/>
                </a:solidFill>
                <a:latin typeface="Segoe UI"/>
                <a:ea typeface="Segoe UI"/>
                <a:cs typeface="Segoe UI"/>
              </a:rPr>
              <a:t>The difference is the connected workflow</a:t>
            </a:r>
          </a:p>
        </p:txBody>
      </p:sp>
      <p:sp>
        <p:nvSpPr>
          <p:cNvPr id="3" name="">
            <a:extLst xmlns:a="http://schemas.openxmlformats.org/drawingml/2006/main">
              <a:ext uri="{FF2B5EF4-FFF2-40B4-BE49-F238E27FC236}">
                <a16:creationId xmlns:a16="http://schemas.microsoft.com/office/drawing/2014/main" id="{065A5437-CC6A-4957-A77A-144F62F299C7}"/>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F7885"/>
                </a:solidFill>
                <a:latin typeface="Segoe UI"/>
                <a:ea typeface="Segoe UI"/>
                <a:cs typeface="Segoe UI"/>
              </a:defRPr>
            </a:defPPr>
          </a:lstStyle>
          <a:p xmlns:a="http://schemas.openxmlformats.org/drawingml/2006/main">
            <a:pPr>
              <a:defRPr sz="1350" b="1">
                <a:solidFill>
                  <a:srgbClr val="5F7885"/>
                </a:solidFill>
                <a:latin typeface="Segoe UI"/>
                <a:ea typeface="Segoe UI"/>
                <a:cs typeface="Segoe UI"/>
              </a:defRPr>
            </a:pPr>
            <a:r>
              <a:rPr sz="1350" b="1">
                <a:solidFill>
                  <a:srgbClr val="5F7885"/>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BE891AC7-263E-4F5B-A51B-4D0414C75E02}"/>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F7885"/>
                </a:solidFill>
                <a:latin typeface="Segoe UI"/>
                <a:ea typeface="Segoe UI"/>
                <a:cs typeface="Segoe UI"/>
              </a:defRPr>
            </a:defPPr>
          </a:lstStyle>
          <a:p xmlns:a="http://schemas.openxmlformats.org/drawingml/2006/main">
            <a:pPr>
              <a:defRPr sz="1350" b="0">
                <a:solidFill>
                  <a:srgbClr val="5F7885"/>
                </a:solidFill>
                <a:latin typeface="Segoe UI"/>
                <a:ea typeface="Segoe UI"/>
                <a:cs typeface="Segoe UI"/>
              </a:defRPr>
            </a:pPr>
            <a:r>
              <a:rPr sz="1350" b="0">
                <a:solidFill>
                  <a:srgbClr val="5F7885"/>
                </a:solidFill>
                <a:latin typeface="Segoe UI"/>
                <a:ea typeface="Segoe UI"/>
                <a:cs typeface="Segoe UI"/>
              </a:rPr>
              <a:t>08</a:t>
            </a:r>
          </a:p>
        </p:txBody>
      </p:sp>
      <p:sp>
        <p:nvSpPr>
          <p:cNvPr id="5" name="">
            <a:extLst xmlns:a="http://schemas.openxmlformats.org/drawingml/2006/main">
              <a:ext uri="{FF2B5EF4-FFF2-40B4-BE49-F238E27FC236}">
                <a16:creationId xmlns:a16="http://schemas.microsoft.com/office/drawing/2014/main" id="{E6D2FC62-78C3-4851-B727-5E58F7212593}"/>
              </a:ext>
            </a:extLst>
          </p:cNvPr>
          <p:cNvSpPr>
            <a:spLocks xmlns:a="http://schemas.openxmlformats.org/drawingml/2006/main" noGrp="1"/>
          </p:cNvSpPr>
          <p:nvPr/>
        </p:nvSpPr>
        <p:spPr>
          <a:xfrm xmlns:a="http://schemas.openxmlformats.org/drawingml/2006/main">
            <a:off x="5905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D786ABD-33C9-4BE3-B481-7598B6DCA422}"/>
              </a:ext>
            </a:extLst>
          </p:cNvPr>
          <p:cNvSpPr>
            <a:spLocks xmlns:a="http://schemas.openxmlformats.org/drawingml/2006/main" noGrp="1"/>
          </p:cNvSpPr>
          <p:nvPr/>
        </p:nvSpPr>
        <p:spPr>
          <a:xfrm xmlns:a="http://schemas.openxmlformats.org/drawingml/2006/main">
            <a:off x="590550" y="25527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Beyond a total mark</a:t>
            </a:r>
          </a:p>
        </p:txBody>
      </p:sp>
      <p:sp>
        <p:nvSpPr>
          <p:cNvPr id="7" name="">
            <a:extLst xmlns:a="http://schemas.openxmlformats.org/drawingml/2006/main">
              <a:ext uri="{FF2B5EF4-FFF2-40B4-BE49-F238E27FC236}">
                <a16:creationId xmlns:a16="http://schemas.microsoft.com/office/drawing/2014/main" id="{4A9DD788-E4B7-4A14-B6F1-FAE73681C21D}"/>
              </a:ext>
            </a:extLst>
          </p:cNvPr>
          <p:cNvSpPr>
            <a:spLocks xmlns:a="http://schemas.openxmlformats.org/drawingml/2006/main" noGrp="1"/>
          </p:cNvSpPr>
          <p:nvPr/>
        </p:nvSpPr>
        <p:spPr>
          <a:xfrm xmlns:a="http://schemas.openxmlformats.org/drawingml/2006/main">
            <a:off x="590550" y="3324225"/>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Concept-level evidence gives faculty a more specific next teaching target.</a:t>
            </a:r>
          </a:p>
        </p:txBody>
      </p:sp>
      <p:sp>
        <p:nvSpPr>
          <p:cNvPr id="8" name="">
            <a:extLst xmlns:a="http://schemas.openxmlformats.org/drawingml/2006/main">
              <a:ext uri="{FF2B5EF4-FFF2-40B4-BE49-F238E27FC236}">
                <a16:creationId xmlns:a16="http://schemas.microsoft.com/office/drawing/2014/main" id="{B273EEC9-A909-4FE8-83BE-82076CFC2077}"/>
              </a:ext>
            </a:extLst>
          </p:cNvPr>
          <p:cNvSpPr>
            <a:spLocks xmlns:a="http://schemas.openxmlformats.org/drawingml/2006/main" noGrp="1"/>
          </p:cNvSpPr>
          <p:nvPr/>
        </p:nvSpPr>
        <p:spPr>
          <a:xfrm xmlns:a="http://schemas.openxmlformats.org/drawingml/2006/main">
            <a:off x="44386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D9C775E-FEE5-4748-81FA-33D922238F68}"/>
              </a:ext>
            </a:extLst>
          </p:cNvPr>
          <p:cNvSpPr>
            <a:spLocks xmlns:a="http://schemas.openxmlformats.org/drawingml/2006/main" noGrp="1"/>
          </p:cNvSpPr>
          <p:nvPr/>
        </p:nvSpPr>
        <p:spPr>
          <a:xfrm xmlns:a="http://schemas.openxmlformats.org/drawingml/2006/main">
            <a:off x="4438650" y="25527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Beyond a lesson page</a:t>
            </a:r>
          </a:p>
        </p:txBody>
      </p:sp>
      <p:sp>
        <p:nvSpPr>
          <p:cNvPr id="10" name="">
            <a:extLst xmlns:a="http://schemas.openxmlformats.org/drawingml/2006/main">
              <a:ext uri="{FF2B5EF4-FFF2-40B4-BE49-F238E27FC236}">
                <a16:creationId xmlns:a16="http://schemas.microsoft.com/office/drawing/2014/main" id="{42DEF682-741A-4379-BA14-3D9150A12746}"/>
              </a:ext>
            </a:extLst>
          </p:cNvPr>
          <p:cNvSpPr>
            <a:spLocks xmlns:a="http://schemas.openxmlformats.org/drawingml/2006/main" noGrp="1"/>
          </p:cNvSpPr>
          <p:nvPr/>
        </p:nvSpPr>
        <p:spPr>
          <a:xfrm xmlns:a="http://schemas.openxmlformats.org/drawingml/2006/main">
            <a:off x="4438650" y="3324225"/>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The lesson leads to practice, a separate check, and a persistent outcome.</a:t>
            </a:r>
          </a:p>
        </p:txBody>
      </p:sp>
      <p:sp>
        <p:nvSpPr>
          <p:cNvPr id="11" name="">
            <a:extLst xmlns:a="http://schemas.openxmlformats.org/drawingml/2006/main">
              <a:ext uri="{FF2B5EF4-FFF2-40B4-BE49-F238E27FC236}">
                <a16:creationId xmlns:a16="http://schemas.microsoft.com/office/drawing/2014/main" id="{B4789EAA-77FD-4FD7-97F0-CA336A1937A3}"/>
              </a:ext>
            </a:extLst>
          </p:cNvPr>
          <p:cNvSpPr>
            <a:spLocks xmlns:a="http://schemas.openxmlformats.org/drawingml/2006/main" noGrp="1"/>
          </p:cNvSpPr>
          <p:nvPr/>
        </p:nvSpPr>
        <p:spPr>
          <a:xfrm xmlns:a="http://schemas.openxmlformats.org/drawingml/2006/main">
            <a:off x="8286750" y="2305050"/>
            <a:ext cx="419100" cy="47625"/>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A5BE203-2953-4CA4-B91C-67F417AC8A30}"/>
              </a:ext>
            </a:extLst>
          </p:cNvPr>
          <p:cNvSpPr>
            <a:spLocks xmlns:a="http://schemas.openxmlformats.org/drawingml/2006/main" noGrp="1"/>
          </p:cNvSpPr>
          <p:nvPr/>
        </p:nvSpPr>
        <p:spPr>
          <a:xfrm xmlns:a="http://schemas.openxmlformats.org/drawingml/2006/main">
            <a:off x="8286750" y="25527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846"/>
                </a:solidFill>
                <a:latin typeface="Segoe UI"/>
                <a:ea typeface="Segoe UI"/>
                <a:cs typeface="Segoe UI"/>
              </a:defRPr>
            </a:defPPr>
          </a:lstStyle>
          <a:p xmlns:a="http://schemas.openxmlformats.org/drawingml/2006/main">
            <a:pPr>
              <a:defRPr sz="2400" b="1">
                <a:solidFill>
                  <a:srgbClr val="193846"/>
                </a:solidFill>
                <a:latin typeface="Segoe UI"/>
                <a:ea typeface="Segoe UI"/>
                <a:cs typeface="Segoe UI"/>
              </a:defRPr>
            </a:pPr>
            <a:r>
              <a:rPr sz="2400" b="1">
                <a:solidFill>
                  <a:srgbClr val="193846"/>
                </a:solidFill>
                <a:latin typeface="Segoe UI"/>
                <a:ea typeface="Segoe UI"/>
                <a:cs typeface="Segoe UI"/>
              </a:rPr>
              <a:t>Beyond a chat reply</a:t>
            </a:r>
          </a:p>
        </p:txBody>
      </p:sp>
      <p:sp>
        <p:nvSpPr>
          <p:cNvPr id="13" name="">
            <a:extLst xmlns:a="http://schemas.openxmlformats.org/drawingml/2006/main">
              <a:ext uri="{FF2B5EF4-FFF2-40B4-BE49-F238E27FC236}">
                <a16:creationId xmlns:a16="http://schemas.microsoft.com/office/drawing/2014/main" id="{38E1C216-5C7A-4D20-BEC2-8B056B358703}"/>
              </a:ext>
            </a:extLst>
          </p:cNvPr>
          <p:cNvSpPr>
            <a:spLocks xmlns:a="http://schemas.openxmlformats.org/drawingml/2006/main" noGrp="1"/>
          </p:cNvSpPr>
          <p:nvPr/>
        </p:nvSpPr>
        <p:spPr>
          <a:xfrm xmlns:a="http://schemas.openxmlformats.org/drawingml/2006/main">
            <a:off x="8286750" y="3324225"/>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F7885"/>
                </a:solidFill>
                <a:latin typeface="Segoe UI"/>
                <a:ea typeface="Segoe UI"/>
                <a:cs typeface="Segoe UI"/>
              </a:defRPr>
            </a:defPPr>
          </a:lstStyle>
          <a:p xmlns:a="http://schemas.openxmlformats.org/drawingml/2006/main">
            <a:pPr>
              <a:defRPr sz="1950" b="0">
                <a:solidFill>
                  <a:srgbClr val="5F7885"/>
                </a:solidFill>
                <a:latin typeface="Segoe UI"/>
                <a:ea typeface="Segoe UI"/>
                <a:cs typeface="Segoe UI"/>
              </a:defRPr>
            </a:pPr>
            <a:r>
              <a:rPr sz="1950" b="0">
                <a:solidFill>
                  <a:srgbClr val="5F7885"/>
                </a:solidFill>
                <a:latin typeface="Segoe UI"/>
                <a:ea typeface="Segoe UI"/>
                <a:cs typeface="Segoe UI"/>
              </a:rPr>
              <a:t>Saved evidence can lead to a faculty review and a human support decision.</a:t>
            </a:r>
          </a:p>
        </p:txBody>
      </p:sp>
      <p:sp>
        <p:nvSpPr>
          <p:cNvPr id="14" name="">
            <a:extLst xmlns:a="http://schemas.openxmlformats.org/drawingml/2006/main">
              <a:ext uri="{FF2B5EF4-FFF2-40B4-BE49-F238E27FC236}">
                <a16:creationId xmlns:a16="http://schemas.microsoft.com/office/drawing/2014/main" id="{B474E4CB-31D0-47E3-8C2F-17D00F595738}"/>
              </a:ext>
            </a:extLst>
          </p:cNvPr>
          <p:cNvSpPr>
            <a:spLocks xmlns:a="http://schemas.openxmlformats.org/drawingml/2006/main" noGrp="1"/>
          </p:cNvSpPr>
          <p:nvPr/>
        </p:nvSpPr>
        <p:spPr>
          <a:xfrm xmlns:a="http://schemas.openxmlformats.org/drawingml/2006/main">
            <a:off x="590550" y="54292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E77"/>
                </a:solidFill>
                <a:latin typeface="Segoe UI"/>
                <a:ea typeface="Segoe UI"/>
                <a:cs typeface="Segoe UI"/>
              </a:defRPr>
            </a:defPPr>
          </a:lstStyle>
          <a:p xmlns:a="http://schemas.openxmlformats.org/drawingml/2006/main">
            <a:pPr>
              <a:defRPr sz="2100" b="1">
                <a:solidFill>
                  <a:srgbClr val="007E77"/>
                </a:solidFill>
                <a:latin typeface="Segoe UI"/>
                <a:ea typeface="Segoe UI"/>
                <a:cs typeface="Segoe UI"/>
              </a:defRPr>
            </a:pPr>
            <a:r>
              <a:rPr sz="2100" b="1">
                <a:solidFill>
                  <a:srgbClr val="007E77"/>
                </a:solidFill>
                <a:latin typeface="Segoe UI"/>
                <a:ea typeface="Segoe UI"/>
                <a:cs typeface="Segoe UI"/>
              </a:rPr>
              <a:t>Visible reasoning  •  Source-linked content  •  Separate verification  •  Human follow-up</a:t>
            </a:r>
          </a:p>
        </p:txBody>
      </p:sp>
    </p:spTree>
    <p:extLst>
      <p:ext uri="{BB962C8B-B14F-4D97-AF65-F5344CB8AC3E}">
        <p14:creationId xmlns:p14="http://schemas.microsoft.com/office/powerpoint/2010/main" val="841744211"/>
      </p:ext>
    </p:extLst>
  </p:cSld>
</p:sld>
</file>

<file path=ppt/slides/slide9.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BCD15E-D638-4EBB-8173-A5F7283AEAC1}"/>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10228D-9810-4861-84A8-1FC363B54CDE}"/>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193846"/>
                </a:solidFill>
                <a:latin typeface="Segoe UI"/>
                <a:ea typeface="Segoe UI"/>
                <a:cs typeface="Segoe UI"/>
              </a:defRPr>
            </a:defPPr>
          </a:lstStyle>
          <a:p xmlns:a="http://schemas.openxmlformats.org/drawingml/2006/main">
            <a:pPr>
              <a:defRPr sz="3825" b="1">
                <a:solidFill>
                  <a:srgbClr val="193846"/>
                </a:solidFill>
                <a:latin typeface="Segoe UI"/>
                <a:ea typeface="Segoe UI"/>
                <a:cs typeface="Segoe UI"/>
              </a:defRPr>
            </a:pPr>
            <a:r>
              <a:rPr sz="3825" b="1">
                <a:solidFill>
                  <a:srgbClr val="193846"/>
                </a:solidFill>
                <a:latin typeface="Segoe UI"/>
                <a:ea typeface="Segoe UI"/>
                <a:cs typeface="Segoe UI"/>
              </a:rPr>
              <a:t>A focused implementation with clear boundaries</a:t>
            </a:r>
          </a:p>
        </p:txBody>
      </p:sp>
      <p:sp>
        <p:nvSpPr>
          <p:cNvPr id="3" name="">
            <a:extLst xmlns:a="http://schemas.openxmlformats.org/drawingml/2006/main">
              <a:ext uri="{FF2B5EF4-FFF2-40B4-BE49-F238E27FC236}">
                <a16:creationId xmlns:a16="http://schemas.microsoft.com/office/drawing/2014/main" id="{72F61419-446A-40B7-B139-E0D42999696B}"/>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F7885"/>
                </a:solidFill>
                <a:latin typeface="Segoe UI"/>
                <a:ea typeface="Segoe UI"/>
                <a:cs typeface="Segoe UI"/>
              </a:defRPr>
            </a:defPPr>
          </a:lstStyle>
          <a:p xmlns:a="http://schemas.openxmlformats.org/drawingml/2006/main">
            <a:pPr>
              <a:defRPr sz="1350" b="1">
                <a:solidFill>
                  <a:srgbClr val="5F7885"/>
                </a:solidFill>
                <a:latin typeface="Segoe UI"/>
                <a:ea typeface="Segoe UI"/>
                <a:cs typeface="Segoe UI"/>
              </a:defRPr>
            </a:pPr>
            <a:r>
              <a:rPr sz="1350" b="1">
                <a:solidFill>
                  <a:srgbClr val="5F7885"/>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490ADD71-872B-45DF-89FE-9DE8CB874912}"/>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F7885"/>
                </a:solidFill>
                <a:latin typeface="Segoe UI"/>
                <a:ea typeface="Segoe UI"/>
                <a:cs typeface="Segoe UI"/>
              </a:defRPr>
            </a:defPPr>
          </a:lstStyle>
          <a:p xmlns:a="http://schemas.openxmlformats.org/drawingml/2006/main">
            <a:pPr>
              <a:defRPr sz="1350" b="0">
                <a:solidFill>
                  <a:srgbClr val="5F7885"/>
                </a:solidFill>
                <a:latin typeface="Segoe UI"/>
                <a:ea typeface="Segoe UI"/>
                <a:cs typeface="Segoe UI"/>
              </a:defRPr>
            </a:pPr>
            <a:r>
              <a:rPr sz="1350" b="0">
                <a:solidFill>
                  <a:srgbClr val="5F7885"/>
                </a:solidFill>
                <a:latin typeface="Segoe UI"/>
                <a:ea typeface="Segoe UI"/>
                <a:cs typeface="Segoe UI"/>
              </a:rPr>
              <a:t>09</a:t>
            </a:r>
          </a:p>
        </p:txBody>
      </p:sp>
      <p:sp>
        <p:nvSpPr>
          <p:cNvPr id="5" name="">
            <a:extLst xmlns:a="http://schemas.openxmlformats.org/drawingml/2006/main">
              <a:ext uri="{FF2B5EF4-FFF2-40B4-BE49-F238E27FC236}">
                <a16:creationId xmlns:a16="http://schemas.microsoft.com/office/drawing/2014/main" id="{A3547F76-4BE3-433D-BD34-A276AE56B938}"/>
              </a:ext>
            </a:extLst>
          </p:cNvPr>
          <p:cNvSpPr>
            <a:spLocks xmlns:a="http://schemas.openxmlformats.org/drawingml/2006/main" noGrp="1"/>
          </p:cNvSpPr>
          <p:nvPr/>
        </p:nvSpPr>
        <p:spPr>
          <a:xfrm xmlns:a="http://schemas.openxmlformats.org/drawingml/2006/main">
            <a:off x="590550" y="2200275"/>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7E77"/>
                </a:solidFill>
                <a:latin typeface="Segoe UI"/>
                <a:ea typeface="Segoe UI"/>
                <a:cs typeface="Segoe UI"/>
              </a:defRPr>
            </a:defPPr>
          </a:lstStyle>
          <a:p xmlns:a="http://schemas.openxmlformats.org/drawingml/2006/main">
            <a:pPr>
              <a:defRPr sz="2550" b="1">
                <a:solidFill>
                  <a:srgbClr val="007E77"/>
                </a:solidFill>
                <a:latin typeface="Segoe UI"/>
                <a:ea typeface="Segoe UI"/>
                <a:cs typeface="Segoe UI"/>
              </a:defRPr>
            </a:pPr>
            <a:r>
              <a:rPr sz="2550" b="1">
                <a:solidFill>
                  <a:srgbClr val="007E77"/>
                </a:solidFill>
                <a:latin typeface="Segoe UI"/>
                <a:ea typeface="Segoe UI"/>
                <a:cs typeface="Segoe UI"/>
              </a:rPr>
              <a:t>Current implementation</a:t>
            </a:r>
          </a:p>
        </p:txBody>
      </p:sp>
      <p:sp>
        <p:nvSpPr>
          <p:cNvPr id="6" name="">
            <a:extLst xmlns:a="http://schemas.openxmlformats.org/drawingml/2006/main">
              <a:ext uri="{FF2B5EF4-FFF2-40B4-BE49-F238E27FC236}">
                <a16:creationId xmlns:a16="http://schemas.microsoft.com/office/drawing/2014/main" id="{E5E32E56-EF93-4E9A-A4E5-7A971165A955}"/>
              </a:ext>
            </a:extLst>
          </p:cNvPr>
          <p:cNvSpPr>
            <a:spLocks xmlns:a="http://schemas.openxmlformats.org/drawingml/2006/main" noGrp="1"/>
          </p:cNvSpPr>
          <p:nvPr/>
        </p:nvSpPr>
        <p:spPr>
          <a:xfrm xmlns:a="http://schemas.openxmlformats.org/drawingml/2006/main">
            <a:off x="590550" y="3067050"/>
            <a:ext cx="5286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3846"/>
                </a:solidFill>
                <a:latin typeface="Segoe UI"/>
                <a:ea typeface="Segoe UI"/>
                <a:cs typeface="Segoe UI"/>
              </a:defRPr>
            </a:defPPr>
          </a:lstStyle>
          <a:p xmlns:a="http://schemas.openxmlformats.org/drawingml/2006/main">
            <a:pPr>
              <a:defRPr sz="2250" b="0">
                <a:solidFill>
                  <a:srgbClr val="193846"/>
                </a:solidFill>
                <a:latin typeface="Segoe UI"/>
                <a:ea typeface="Segoe UI"/>
                <a:cs typeface="Segoe UI"/>
              </a:defRPr>
            </a:pPr>
            <a:r>
              <a:rPr sz="2250" b="0">
                <a:solidFill>
                  <a:srgbClr val="193846"/>
                </a:solidFill>
                <a:latin typeface="Segoe UI"/>
                <a:ea typeface="Segoe UI"/>
                <a:cs typeface="Segoe UI"/>
              </a:rPr>
              <a:t>70 student records · 1 course</a:t>
            </a:r>
          </a:p>
          <a:p xmlns:a="http://schemas.openxmlformats.org/drawingml/2006/main">
            <a:pPr>
              <a:defRPr sz="2250" b="0">
                <a:solidFill>
                  <a:srgbClr val="193846"/>
                </a:solidFill>
                <a:latin typeface="Segoe UI"/>
                <a:ea typeface="Segoe UI"/>
                <a:cs typeface="Segoe UI"/>
              </a:defRPr>
            </a:pPr>
            <a:r>
              <a:rPr sz="2250" b="0">
                <a:solidFill>
                  <a:srgbClr val="193846"/>
                </a:solidFill>
                <a:latin typeface="Segoe UI"/>
                <a:ea typeface="Segoe UI"/>
                <a:cs typeface="Segoe UI"/>
              </a:rPr>
              <a:t>3 Python concepts · 24 questions</a:t>
            </a:r>
          </a:p>
          <a:p xmlns:a="http://schemas.openxmlformats.org/drawingml/2006/main">
            <a:pPr>
              <a:defRPr sz="2250" b="0">
                <a:solidFill>
                  <a:srgbClr val="193846"/>
                </a:solidFill>
                <a:latin typeface="Segoe UI"/>
                <a:ea typeface="Segoe UI"/>
                <a:cs typeface="Segoe UI"/>
              </a:defRPr>
            </a:pPr>
            <a:r>
              <a:rPr sz="2250" b="0">
                <a:solidFill>
                  <a:srgbClr val="193846"/>
                </a:solidFill>
                <a:latin typeface="Segoe UI"/>
                <a:ea typeface="Segoe UI"/>
                <a:cs typeface="Segoe UI"/>
              </a:rPr>
              <a:t>Local persistent learning workflow</a:t>
            </a:r>
          </a:p>
        </p:txBody>
      </p:sp>
      <p:sp>
        <p:nvSpPr>
          <p:cNvPr id="7" name="">
            <a:extLst xmlns:a="http://schemas.openxmlformats.org/drawingml/2006/main">
              <a:ext uri="{FF2B5EF4-FFF2-40B4-BE49-F238E27FC236}">
                <a16:creationId xmlns:a16="http://schemas.microsoft.com/office/drawing/2014/main" id="{E2945EBB-9A35-4651-8678-21945529777C}"/>
              </a:ext>
            </a:extLst>
          </p:cNvPr>
          <p:cNvSpPr>
            <a:spLocks xmlns:a="http://schemas.openxmlformats.org/drawingml/2006/main" noGrp="1"/>
          </p:cNvSpPr>
          <p:nvPr/>
        </p:nvSpPr>
        <p:spPr>
          <a:xfrm xmlns:a="http://schemas.openxmlformats.org/drawingml/2006/main">
            <a:off x="6638925" y="22002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7E77"/>
                </a:solidFill>
                <a:latin typeface="Segoe UI"/>
                <a:ea typeface="Segoe UI"/>
                <a:cs typeface="Segoe UI"/>
              </a:defRPr>
            </a:defPPr>
          </a:lstStyle>
          <a:p xmlns:a="http://schemas.openxmlformats.org/drawingml/2006/main">
            <a:pPr>
              <a:defRPr sz="2550" b="1">
                <a:solidFill>
                  <a:srgbClr val="007E77"/>
                </a:solidFill>
                <a:latin typeface="Segoe UI"/>
                <a:ea typeface="Segoe UI"/>
                <a:cs typeface="Segoe UI"/>
              </a:defRPr>
            </a:pPr>
            <a:r>
              <a:rPr sz="2550" b="1">
                <a:solidFill>
                  <a:srgbClr val="007E77"/>
                </a:solidFill>
                <a:latin typeface="Segoe UI"/>
                <a:ea typeface="Segoe UI"/>
                <a:cs typeface="Segoe UI"/>
              </a:rPr>
              <a:t>Technology</a:t>
            </a:r>
          </a:p>
        </p:txBody>
      </p:sp>
      <p:sp>
        <p:nvSpPr>
          <p:cNvPr id="8" name="">
            <a:extLst xmlns:a="http://schemas.openxmlformats.org/drawingml/2006/main">
              <a:ext uri="{FF2B5EF4-FFF2-40B4-BE49-F238E27FC236}">
                <a16:creationId xmlns:a16="http://schemas.microsoft.com/office/drawing/2014/main" id="{2EDA0948-5CCB-4E13-9D39-987D70F53F1E}"/>
              </a:ext>
            </a:extLst>
          </p:cNvPr>
          <p:cNvSpPr>
            <a:spLocks xmlns:a="http://schemas.openxmlformats.org/drawingml/2006/main" noGrp="1"/>
          </p:cNvSpPr>
          <p:nvPr/>
        </p:nvSpPr>
        <p:spPr>
          <a:xfrm xmlns:a="http://schemas.openxmlformats.org/drawingml/2006/main">
            <a:off x="6638925" y="306705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846"/>
                </a:solidFill>
                <a:latin typeface="Segoe UI"/>
                <a:ea typeface="Segoe UI"/>
                <a:cs typeface="Segoe UI"/>
              </a:defRPr>
            </a:defPPr>
          </a:lstStyle>
          <a:p xmlns:a="http://schemas.openxmlformats.org/drawingml/2006/main">
            <a:pPr>
              <a:defRPr sz="2100" b="0">
                <a:solidFill>
                  <a:srgbClr val="193846"/>
                </a:solidFill>
                <a:latin typeface="Segoe UI"/>
                <a:ea typeface="Segoe UI"/>
                <a:cs typeface="Segoe UI"/>
              </a:defRPr>
            </a:pPr>
            <a:r>
              <a:rPr sz="2100" b="0">
                <a:solidFill>
                  <a:srgbClr val="193846"/>
                </a:solidFill>
                <a:latin typeface="Segoe UI"/>
                <a:ea typeface="Segoe UI"/>
                <a:cs typeface="Segoe UI"/>
              </a:rPr>
              <a:t>React + TypeScript + Vite</a:t>
            </a:r>
          </a:p>
          <a:p xmlns:a="http://schemas.openxmlformats.org/drawingml/2006/main">
            <a:pPr>
              <a:defRPr sz="2100" b="0">
                <a:solidFill>
                  <a:srgbClr val="193846"/>
                </a:solidFill>
                <a:latin typeface="Segoe UI"/>
                <a:ea typeface="Segoe UI"/>
                <a:cs typeface="Segoe UI"/>
              </a:defRPr>
            </a:pPr>
            <a:r>
              <a:rPr sz="2100" b="0">
                <a:solidFill>
                  <a:srgbClr val="193846"/>
                </a:solidFill>
                <a:latin typeface="Segoe UI"/>
                <a:ea typeface="Segoe UI"/>
                <a:cs typeface="Segoe UI"/>
              </a:rPr>
              <a:t>FastAPI + Pydantic + SQLite</a:t>
            </a:r>
          </a:p>
          <a:p xmlns:a="http://schemas.openxmlformats.org/drawingml/2006/main">
            <a:pPr>
              <a:defRPr sz="2100" b="0">
                <a:solidFill>
                  <a:srgbClr val="193846"/>
                </a:solidFill>
                <a:latin typeface="Segoe UI"/>
                <a:ea typeface="Segoe UI"/>
                <a:cs typeface="Segoe UI"/>
              </a:defRPr>
            </a:pPr>
            <a:r>
              <a:rPr sz="2100" b="0">
                <a:solidFill>
                  <a:srgbClr val="193846"/>
                </a:solidFill>
                <a:latin typeface="Segoe UI"/>
                <a:ea typeface="Segoe UI"/>
                <a:cs typeface="Segoe UI"/>
              </a:rPr>
              <a:t>Optional HTTPX / Gemini integration</a:t>
            </a:r>
          </a:p>
        </p:txBody>
      </p:sp>
      <p:sp>
        <p:nvSpPr>
          <p:cNvPr id="9" name="">
            <a:extLst xmlns:a="http://schemas.openxmlformats.org/drawingml/2006/main">
              <a:ext uri="{FF2B5EF4-FFF2-40B4-BE49-F238E27FC236}">
                <a16:creationId xmlns:a16="http://schemas.microsoft.com/office/drawing/2014/main" id="{CFD34800-A080-4783-8EA9-4474E65175DF}"/>
              </a:ext>
            </a:extLst>
          </p:cNvPr>
          <p:cNvSpPr>
            <a:spLocks xmlns:a="http://schemas.openxmlformats.org/drawingml/2006/main" noGrp="1"/>
          </p:cNvSpPr>
          <p:nvPr/>
        </p:nvSpPr>
        <p:spPr>
          <a:xfrm xmlns:a="http://schemas.openxmlformats.org/drawingml/2006/main">
            <a:off x="590550" y="5257800"/>
            <a:ext cx="1085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F7885"/>
                </a:solidFill>
                <a:latin typeface="Segoe UI"/>
                <a:ea typeface="Segoe UI"/>
                <a:cs typeface="Segoe UI"/>
              </a:defRPr>
            </a:defPPr>
          </a:lstStyle>
          <a:p xmlns:a="http://schemas.openxmlformats.org/drawingml/2006/main">
            <a:pPr>
              <a:defRPr sz="2100" b="0">
                <a:solidFill>
                  <a:srgbClr val="5F7885"/>
                </a:solidFill>
                <a:latin typeface="Segoe UI"/>
                <a:ea typeface="Segoe UI"/>
                <a:cs typeface="Segoe UI"/>
              </a:defRPr>
            </a:pPr>
            <a:r>
              <a:rPr sz="2100" b="0">
                <a:solidFill>
                  <a:srgbClr val="5F7885"/>
                </a:solidFill>
                <a:latin typeface="Segoe UI"/>
                <a:ea typeface="Segoe UI"/>
                <a:cs typeface="Segoe UI"/>
              </a:rPr>
              <a:t>Production next steps: identity and roles, HTTPS, deployment, backups,</a:t>
            </a:r>
          </a:p>
          <a:p xmlns:a="http://schemas.openxmlformats.org/drawingml/2006/main">
            <a:pPr>
              <a:defRPr sz="2100" b="0">
                <a:solidFill>
                  <a:srgbClr val="5F7885"/>
                </a:solidFill>
                <a:latin typeface="Segoe UI"/>
                <a:ea typeface="Segoe UI"/>
                <a:cs typeface="Segoe UI"/>
              </a:defRPr>
            </a:pPr>
            <a:r>
              <a:rPr sz="2100" b="0">
                <a:solidFill>
                  <a:srgbClr val="5F7885"/>
                </a:solidFill>
                <a:latin typeface="Segoe UI"/>
                <a:ea typeface="Segoe UI"/>
                <a:cs typeface="Segoe UI"/>
              </a:rPr>
              <a:t>consented records, and evaluation with real classroom use.</a:t>
            </a:r>
          </a:p>
        </p:txBody>
      </p:sp>
    </p:spTree>
    <p:extLst>
      <p:ext uri="{BB962C8B-B14F-4D97-AF65-F5344CB8AC3E}">
        <p14:creationId xmlns:p14="http://schemas.microsoft.com/office/powerpoint/2010/main" val="970348743"/>
      </p:ext>
    </p:extLst>
  </p:cSld>
</p:sld>
</file>

<file path=ppt/slides/slide10.xml><?xml version="1.0" encoding="utf-8"?>
<p:sld xmlns:p="http://schemas.openxmlformats.org/presentationml/2006/main">
  <p:cSld>
    <p:bg>
      <p:bgPr>
        <a:solidFill xmlns:a="http://schemas.openxmlformats.org/drawingml/2006/main">
          <a:srgbClr val="102D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E81BCA-83BE-4DFA-BB85-1D76A31D6296}"/>
              </a:ext>
            </a:extLst>
          </p:cNvPr>
          <p:cNvSpPr>
            <a:spLocks xmlns:a="http://schemas.openxmlformats.org/drawingml/2006/main" noGrp="1"/>
          </p:cNvSpPr>
          <p:nvPr/>
        </p:nvSpPr>
        <p:spPr>
          <a:xfrm xmlns:a="http://schemas.openxmlformats.org/drawingml/2006/main">
            <a:off x="590550" y="514350"/>
            <a:ext cx="457200" cy="57150"/>
          </a:xfrm>
          <a:prstGeom xmlns:a="http://schemas.openxmlformats.org/drawingml/2006/main" prst="rect">
            <a:avLst/>
          </a:prstGeom>
          <a:solidFill xmlns:a="http://schemas.openxmlformats.org/drawingml/2006/main">
            <a:srgbClr val="007E7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CE1839-9697-4463-873A-0D6CC57225C9}"/>
              </a:ext>
            </a:extLst>
          </p:cNvPr>
          <p:cNvSpPr>
            <a:spLocks xmlns:a="http://schemas.openxmlformats.org/drawingml/2006/main" noGrp="1"/>
          </p:cNvSpPr>
          <p:nvPr/>
        </p:nvSpPr>
        <p:spPr>
          <a:xfrm xmlns:a="http://schemas.openxmlformats.org/drawingml/2006/main">
            <a:off x="590550" y="838200"/>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Segoe UI"/>
                <a:ea typeface="Segoe UI"/>
                <a:cs typeface="Segoe UI"/>
              </a:defRPr>
            </a:defPPr>
          </a:lstStyle>
          <a:p xmlns:a="http://schemas.openxmlformats.org/drawingml/2006/main">
            <a:pPr>
              <a:defRPr sz="3825" b="1">
                <a:solidFill>
                  <a:srgbClr val="FFFFFF"/>
                </a:solidFill>
                <a:latin typeface="Segoe UI"/>
                <a:ea typeface="Segoe UI"/>
                <a:cs typeface="Segoe UI"/>
              </a:defRPr>
            </a:pPr>
            <a:r>
              <a:rPr sz="3825" b="1">
                <a:solidFill>
                  <a:srgbClr val="FFFFFF"/>
                </a:solidFill>
                <a:latin typeface="Segoe UI"/>
                <a:ea typeface="Segoe UI"/>
                <a:cs typeface="Segoe UI"/>
              </a:rPr>
              <a:t>Make the next teaching decision clearer</a:t>
            </a:r>
          </a:p>
        </p:txBody>
      </p:sp>
      <p:sp>
        <p:nvSpPr>
          <p:cNvPr id="3" name="">
            <a:extLst xmlns:a="http://schemas.openxmlformats.org/drawingml/2006/main">
              <a:ext uri="{FF2B5EF4-FFF2-40B4-BE49-F238E27FC236}">
                <a16:creationId xmlns:a16="http://schemas.microsoft.com/office/drawing/2014/main" id="{24B67E2A-5127-44E0-891F-086FD7ED6F5D}"/>
              </a:ext>
            </a:extLst>
          </p:cNvPr>
          <p:cNvSpPr>
            <a:spLocks xmlns:a="http://schemas.openxmlformats.org/drawingml/2006/main" noGrp="1"/>
          </p:cNvSpPr>
          <p:nvPr/>
        </p:nvSpPr>
        <p:spPr>
          <a:xfrm xmlns:a="http://schemas.openxmlformats.org/drawingml/2006/main">
            <a:off x="590550" y="6343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EC2CB"/>
                </a:solidFill>
                <a:latin typeface="Segoe UI"/>
                <a:ea typeface="Segoe UI"/>
                <a:cs typeface="Segoe UI"/>
              </a:defRPr>
            </a:defPPr>
          </a:lstStyle>
          <a:p xmlns:a="http://schemas.openxmlformats.org/drawingml/2006/main">
            <a:pPr>
              <a:defRPr sz="1350" b="1">
                <a:solidFill>
                  <a:srgbClr val="9EC2CB"/>
                </a:solidFill>
                <a:latin typeface="Segoe UI"/>
                <a:ea typeface="Segoe UI"/>
                <a:cs typeface="Segoe UI"/>
              </a:defRPr>
            </a:pPr>
            <a:r>
              <a:rPr sz="1350" b="1">
                <a:solidFill>
                  <a:srgbClr val="9EC2CB"/>
                </a:solidFill>
                <a:latin typeface="Segoe UI"/>
                <a:ea typeface="Segoe UI"/>
                <a:cs typeface="Segoe UI"/>
              </a:rPr>
              <a:t>EduPulse</a:t>
            </a:r>
          </a:p>
        </p:txBody>
      </p:sp>
      <p:sp>
        <p:nvSpPr>
          <p:cNvPr id="4" name="">
            <a:extLst xmlns:a="http://schemas.openxmlformats.org/drawingml/2006/main">
              <a:ext uri="{FF2B5EF4-FFF2-40B4-BE49-F238E27FC236}">
                <a16:creationId xmlns:a16="http://schemas.microsoft.com/office/drawing/2014/main" id="{3B923E3A-96E1-44B1-9AD7-0421692D5EB1}"/>
              </a:ext>
            </a:extLst>
          </p:cNvPr>
          <p:cNvSpPr>
            <a:spLocks xmlns:a="http://schemas.openxmlformats.org/drawingml/2006/main" noGrp="1"/>
          </p:cNvSpPr>
          <p:nvPr/>
        </p:nvSpPr>
        <p:spPr>
          <a:xfrm xmlns:a="http://schemas.openxmlformats.org/drawingml/2006/main">
            <a:off x="111252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EC2CB"/>
                </a:solidFill>
                <a:latin typeface="Segoe UI"/>
                <a:ea typeface="Segoe UI"/>
                <a:cs typeface="Segoe UI"/>
              </a:defRPr>
            </a:defPPr>
          </a:lstStyle>
          <a:p xmlns:a="http://schemas.openxmlformats.org/drawingml/2006/main">
            <a:pPr>
              <a:defRPr sz="1350" b="0">
                <a:solidFill>
                  <a:srgbClr val="9EC2CB"/>
                </a:solidFill>
                <a:latin typeface="Segoe UI"/>
                <a:ea typeface="Segoe UI"/>
                <a:cs typeface="Segoe UI"/>
              </a:defRPr>
            </a:pPr>
            <a:r>
              <a:rPr sz="1350" b="0">
                <a:solidFill>
                  <a:srgbClr val="9EC2CB"/>
                </a:solidFill>
                <a:latin typeface="Segoe UI"/>
                <a:ea typeface="Segoe UI"/>
                <a:cs typeface="Segoe UI"/>
              </a:rPr>
              <a:t>10</a:t>
            </a:r>
          </a:p>
        </p:txBody>
      </p:sp>
      <p:sp>
        <p:nvSpPr>
          <p:cNvPr id="5" name="">
            <a:extLst xmlns:a="http://schemas.openxmlformats.org/drawingml/2006/main">
              <a:ext uri="{FF2B5EF4-FFF2-40B4-BE49-F238E27FC236}">
                <a16:creationId xmlns:a16="http://schemas.microsoft.com/office/drawing/2014/main" id="{E34B8F4D-14EA-4293-81AE-F6B592B59AD1}"/>
              </a:ext>
            </a:extLst>
          </p:cNvPr>
          <p:cNvSpPr>
            <a:spLocks xmlns:a="http://schemas.openxmlformats.org/drawingml/2006/main" noGrp="1"/>
          </p:cNvSpPr>
          <p:nvPr/>
        </p:nvSpPr>
        <p:spPr>
          <a:xfrm xmlns:a="http://schemas.openxmlformats.org/drawingml/2006/main">
            <a:off x="590550" y="2228850"/>
            <a:ext cx="1085850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FFFFF"/>
                </a:solidFill>
                <a:latin typeface="Segoe UI"/>
                <a:ea typeface="Segoe UI"/>
                <a:cs typeface="Segoe UI"/>
              </a:defRPr>
            </a:defPPr>
          </a:lstStyle>
          <a:p xmlns:a="http://schemas.openxmlformats.org/drawingml/2006/main">
            <a:pPr>
              <a:defRPr sz="3900" b="1">
                <a:solidFill>
                  <a:srgbClr val="FFFFFF"/>
                </a:solidFill>
                <a:latin typeface="Segoe UI"/>
                <a:ea typeface="Segoe UI"/>
                <a:cs typeface="Segoe UI"/>
              </a:defRPr>
            </a:pPr>
            <a:r>
              <a:rPr sz="3900" b="1">
                <a:solidFill>
                  <a:srgbClr val="FFFFFF"/>
                </a:solidFill>
                <a:latin typeface="Segoe UI"/>
                <a:ea typeface="Segoe UI"/>
                <a:cs typeface="Segoe UI"/>
              </a:rPr>
              <a:t>Who needs help?</a:t>
            </a:r>
          </a:p>
          <a:p xmlns:a="http://schemas.openxmlformats.org/drawingml/2006/main">
            <a:pPr>
              <a:defRPr sz="3900" b="1">
                <a:solidFill>
                  <a:srgbClr val="FFFFFF"/>
                </a:solidFill>
                <a:latin typeface="Segoe UI"/>
                <a:ea typeface="Segoe UI"/>
                <a:cs typeface="Segoe UI"/>
              </a:defRPr>
            </a:pPr>
            <a:r>
              <a:rPr sz="3900" b="1">
                <a:solidFill>
                  <a:srgbClr val="FFFFFF"/>
                </a:solidFill>
                <a:latin typeface="Segoe UI"/>
                <a:ea typeface="Segoe UI"/>
                <a:cs typeface="Segoe UI"/>
              </a:rPr>
              <a:t>With which concept?</a:t>
            </a:r>
          </a:p>
          <a:p xmlns:a="http://schemas.openxmlformats.org/drawingml/2006/main">
            <a:pPr>
              <a:defRPr sz="3900" b="1">
                <a:solidFill>
                  <a:srgbClr val="FFFFFF"/>
                </a:solidFill>
                <a:latin typeface="Segoe UI"/>
                <a:ea typeface="Segoe UI"/>
                <a:cs typeface="Segoe UI"/>
              </a:defRPr>
            </a:pPr>
            <a:r>
              <a:rPr sz="3900" b="1">
                <a:solidFill>
                  <a:srgbClr val="FFFFFF"/>
                </a:solidFill>
                <a:latin typeface="Segoe UI"/>
                <a:ea typeface="Segoe UI"/>
                <a:cs typeface="Segoe UI"/>
              </a:rPr>
              <a:t>What should happen next?</a:t>
            </a:r>
          </a:p>
        </p:txBody>
      </p:sp>
      <p:sp>
        <p:nvSpPr>
          <p:cNvPr id="6" name="">
            <a:extLst xmlns:a="http://schemas.openxmlformats.org/drawingml/2006/main">
              <a:ext uri="{FF2B5EF4-FFF2-40B4-BE49-F238E27FC236}">
                <a16:creationId xmlns:a16="http://schemas.microsoft.com/office/drawing/2014/main" id="{36B91557-944C-4022-9334-6EA2BECD5E82}"/>
              </a:ext>
            </a:extLst>
          </p:cNvPr>
          <p:cNvSpPr>
            <a:spLocks xmlns:a="http://schemas.openxmlformats.org/drawingml/2006/main" noGrp="1"/>
          </p:cNvSpPr>
          <p:nvPr/>
        </p:nvSpPr>
        <p:spPr>
          <a:xfrm xmlns:a="http://schemas.openxmlformats.org/drawingml/2006/main">
            <a:off x="590550" y="48387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76D4BF"/>
                </a:solidFill>
                <a:latin typeface="Segoe UI"/>
                <a:ea typeface="Segoe UI"/>
                <a:cs typeface="Segoe UI"/>
              </a:defRPr>
            </a:defPPr>
          </a:lstStyle>
          <a:p xmlns:a="http://schemas.openxmlformats.org/drawingml/2006/main">
            <a:pPr>
              <a:defRPr sz="2475" b="1">
                <a:solidFill>
                  <a:srgbClr val="76D4BF"/>
                </a:solidFill>
                <a:latin typeface="Segoe UI"/>
                <a:ea typeface="Segoe UI"/>
                <a:cs typeface="Segoe UI"/>
              </a:defRPr>
            </a:pPr>
            <a:r>
              <a:rPr sz="2475" b="1">
                <a:solidFill>
                  <a:srgbClr val="76D4BF"/>
                </a:solidFill>
                <a:latin typeface="Segoe UI"/>
                <a:ea typeface="Segoe UI"/>
                <a:cs typeface="Segoe UI"/>
              </a:rPr>
              <a:t>The purpose: turn learning evidence into focused support.</a:t>
            </a:r>
          </a:p>
        </p:txBody>
      </p:sp>
      <p:sp>
        <p:nvSpPr>
          <p:cNvPr id="7" name="">
            <a:extLst xmlns:a="http://schemas.openxmlformats.org/drawingml/2006/main">
              <a:ext uri="{FF2B5EF4-FFF2-40B4-BE49-F238E27FC236}">
                <a16:creationId xmlns:a16="http://schemas.microsoft.com/office/drawing/2014/main" id="{8122EC11-54FA-49C4-8C78-1AF6129148E7}"/>
              </a:ext>
            </a:extLst>
          </p:cNvPr>
          <p:cNvSpPr>
            <a:spLocks xmlns:a="http://schemas.openxmlformats.org/drawingml/2006/main" noGrp="1"/>
          </p:cNvSpPr>
          <p:nvPr/>
        </p:nvSpPr>
        <p:spPr>
          <a:xfrm xmlns:a="http://schemas.openxmlformats.org/drawingml/2006/main">
            <a:off x="590550" y="57245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ED5DB"/>
                </a:solidFill>
                <a:latin typeface="Segoe UI"/>
                <a:ea typeface="Segoe UI"/>
                <a:cs typeface="Segoe UI"/>
              </a:defRPr>
            </a:defPPr>
          </a:lstStyle>
          <a:p xmlns:a="http://schemas.openxmlformats.org/drawingml/2006/main">
            <a:pPr>
              <a:defRPr sz="1875" b="0">
                <a:solidFill>
                  <a:srgbClr val="BED5DB"/>
                </a:solidFill>
                <a:latin typeface="Segoe UI"/>
                <a:ea typeface="Segoe UI"/>
                <a:cs typeface="Segoe UI"/>
              </a:defRPr>
            </a:pPr>
            <a:r>
              <a:rPr sz="1875" b="0">
                <a:solidFill>
                  <a:srgbClr val="BED5DB"/>
                </a:solidFill>
                <a:latin typeface="Segoe UI"/>
                <a:ea typeface="Segoe UI"/>
                <a:cs typeface="Segoe UI"/>
              </a:rPr>
              <a:t>Validate through faculty review, a classroom pilot, and delayed assessment.</a:t>
            </a:r>
          </a:p>
        </p:txBody>
      </p:sp>
    </p:spTree>
    <p:extLst>
      <p:ext uri="{BB962C8B-B14F-4D97-AF65-F5344CB8AC3E}">
        <p14:creationId xmlns:p14="http://schemas.microsoft.com/office/powerpoint/2010/main" val="569522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2026-10-15T07:03:05.5160000Z</dcterms:created>
  <dcterms:modified xsi:type="dcterms:W3CDTF">2026-10-15T07:03:05.5160000Z</dcterms:modified>
</coreProperties>
</file>